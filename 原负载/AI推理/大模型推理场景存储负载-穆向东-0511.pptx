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2" r:id="rId5"/>
    <p:sldMasterId id="2147483692" r:id="rId6"/>
    <p:sldMasterId id="2147483702" r:id="rId7"/>
    <p:sldMasterId id="2147483712" r:id="rId8"/>
  </p:sldMasterIdLst>
  <p:notesMasterIdLst>
    <p:notesMasterId r:id="rId11"/>
  </p:notesMasterIdLst>
  <p:sldIdLst>
    <p:sldId id="270" r:id="rId9"/>
    <p:sldId id="258" r:id="rId10"/>
    <p:sldId id="257" r:id="rId12"/>
    <p:sldId id="256" r:id="rId13"/>
    <p:sldId id="265" r:id="rId14"/>
    <p:sldId id="266" r:id="rId15"/>
    <p:sldId id="269" r:id="rId16"/>
    <p:sldId id="271"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ley Xiong (熊鹰)" initials="CX(" lastIdx="6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901" autoAdjust="0"/>
  </p:normalViewPr>
  <p:slideViewPr>
    <p:cSldViewPr snapToGrid="0">
      <p:cViewPr varScale="1">
        <p:scale>
          <a:sx n="130" d="100"/>
          <a:sy n="130" d="100"/>
        </p:scale>
        <p:origin x="110"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notesMaster" Target="notesMasters/notesMaster1.xml"/><Relationship Id="rId10" Type="http://schemas.openxmlformats.org/officeDocument/2006/relationships/slide" Target="slides/slide2.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大模型和小模型的关注点不同：</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a:t>
            </a:r>
            <a:r>
              <a:rPr lang="en-US" altLang="zh-CN" sz="1200" dirty="0">
                <a:solidFill>
                  <a:schemeClr val="tx1"/>
                </a:solidFill>
                <a:latin typeface="微软雅黑" panose="020B0503020204020204" charset="-122"/>
                <a:ea typeface="微软雅黑" panose="020B0503020204020204" charset="-122"/>
              </a:rPr>
              <a:t>1</a:t>
            </a:r>
            <a:r>
              <a:rPr lang="zh-CN" altLang="en-US" sz="1200" dirty="0">
                <a:solidFill>
                  <a:schemeClr val="tx1"/>
                </a:solidFill>
                <a:latin typeface="微软雅黑" panose="020B0503020204020204" charset="-122"/>
                <a:ea typeface="微软雅黑" panose="020B0503020204020204" charset="-122"/>
              </a:rPr>
              <a:t>）大模型，如</a:t>
            </a:r>
            <a:r>
              <a:rPr lang="en-US" altLang="zh-CN" sz="1200" dirty="0">
                <a:solidFill>
                  <a:schemeClr val="tx1"/>
                </a:solidFill>
                <a:latin typeface="微软雅黑" panose="020B0503020204020204" charset="-122"/>
                <a:ea typeface="微软雅黑" panose="020B0503020204020204" charset="-122"/>
              </a:rPr>
              <a:t>Llama3</a:t>
            </a:r>
            <a:r>
              <a:rPr lang="zh-CN" altLang="en-US" sz="1200" dirty="0">
                <a:solidFill>
                  <a:schemeClr val="tx1"/>
                </a:solidFill>
                <a:latin typeface="微软雅黑" panose="020B0503020204020204" charset="-122"/>
                <a:ea typeface="微软雅黑" panose="020B0503020204020204" charset="-122"/>
              </a:rPr>
              <a:t>（</a:t>
            </a:r>
            <a:r>
              <a:rPr lang="en-US" altLang="zh-CN" sz="1200" dirty="0">
                <a:solidFill>
                  <a:schemeClr val="tx1"/>
                </a:solidFill>
                <a:latin typeface="微软雅黑" panose="020B0503020204020204" charset="-122"/>
                <a:ea typeface="微软雅黑" panose="020B0503020204020204" charset="-122"/>
              </a:rPr>
              <a:t>544B</a:t>
            </a:r>
            <a:r>
              <a:rPr lang="zh-CN" altLang="en-US" sz="1200" dirty="0">
                <a:solidFill>
                  <a:schemeClr val="tx1"/>
                </a:solidFill>
                <a:latin typeface="微软雅黑" panose="020B0503020204020204" charset="-122"/>
                <a:ea typeface="微软雅黑" panose="020B0503020204020204" charset="-122"/>
              </a:rPr>
              <a:t>参数量）等：</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参数量大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计算时间长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计算过程中可以预先加载下一批数据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对</a:t>
            </a:r>
            <a:r>
              <a:rPr lang="en-US" altLang="zh-CN" sz="1200" dirty="0">
                <a:solidFill>
                  <a:schemeClr val="tx1"/>
                </a:solidFill>
                <a:latin typeface="微软雅黑" panose="020B0503020204020204" charset="-122"/>
                <a:ea typeface="微软雅黑" panose="020B0503020204020204" charset="-122"/>
              </a:rPr>
              <a:t>IOPS</a:t>
            </a:r>
            <a:r>
              <a:rPr lang="zh-CN" altLang="en-US" sz="1200" dirty="0">
                <a:solidFill>
                  <a:schemeClr val="tx1"/>
                </a:solidFill>
                <a:latin typeface="微软雅黑" panose="020B0503020204020204" charset="-122"/>
                <a:ea typeface="微软雅黑" panose="020B0503020204020204" charset="-122"/>
              </a:rPr>
              <a:t>要求低</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charset="-122"/>
                <a:ea typeface="微软雅黑" panose="020B0503020204020204" charset="-122"/>
              </a:rPr>
              <a:t>               </a:t>
            </a:r>
            <a:r>
              <a:rPr lang="en-US" altLang="zh-CN" sz="1200" baseline="0" dirty="0">
                <a:solidFill>
                  <a:schemeClr val="tx1"/>
                </a:solidFill>
                <a:latin typeface="微软雅黑" panose="020B0503020204020204" charset="-122"/>
                <a:ea typeface="微软雅黑" panose="020B0503020204020204" charset="-122"/>
              </a:rPr>
              <a:t>-&gt; </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文件大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对读写</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带宽要求高</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aseline="0" dirty="0">
                <a:solidFill>
                  <a:schemeClr val="tx1"/>
                </a:solidFill>
                <a:latin typeface="微软雅黑" panose="020B0503020204020204" charset="-122"/>
                <a:ea typeface="微软雅黑" panose="020B0503020204020204" charset="-122"/>
              </a:rPr>
              <a:t>（</a:t>
            </a:r>
            <a:r>
              <a:rPr lang="en-US" altLang="zh-CN" sz="1200" baseline="0" dirty="0">
                <a:solidFill>
                  <a:schemeClr val="tx1"/>
                </a:solidFill>
                <a:latin typeface="微软雅黑" panose="020B0503020204020204" charset="-122"/>
                <a:ea typeface="微软雅黑" panose="020B0503020204020204" charset="-122"/>
              </a:rPr>
              <a:t>2</a:t>
            </a:r>
            <a:r>
              <a:rPr lang="zh-CN" altLang="en-US" sz="1200" baseline="0" dirty="0">
                <a:solidFill>
                  <a:schemeClr val="tx1"/>
                </a:solidFill>
                <a:latin typeface="微软雅黑" panose="020B0503020204020204" charset="-122"/>
                <a:ea typeface="微软雅黑" panose="020B0503020204020204" charset="-122"/>
              </a:rPr>
              <a:t>）小模型，如金融量化交易、企业智能质检、车企自动驾驶（</a:t>
            </a:r>
            <a:r>
              <a:rPr lang="en-US" altLang="zh-CN" sz="1200" baseline="0" dirty="0">
                <a:solidFill>
                  <a:schemeClr val="tx1"/>
                </a:solidFill>
                <a:latin typeface="微软雅黑" panose="020B0503020204020204" charset="-122"/>
                <a:ea typeface="微软雅黑" panose="020B0503020204020204" charset="-122"/>
              </a:rPr>
              <a:t>3B</a:t>
            </a:r>
            <a:r>
              <a:rPr lang="zh-CN" altLang="en-US" sz="1200" baseline="0" dirty="0">
                <a:solidFill>
                  <a:schemeClr val="tx1"/>
                </a:solidFill>
                <a:latin typeface="微软雅黑" panose="020B0503020204020204" charset="-122"/>
                <a:ea typeface="微软雅黑" panose="020B0503020204020204" charset="-122"/>
              </a:rPr>
              <a:t>参数量）等：</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aseline="0" dirty="0">
                <a:solidFill>
                  <a:schemeClr val="tx1"/>
                </a:solidFill>
                <a:latin typeface="微软雅黑" panose="020B0503020204020204" charset="-122"/>
                <a:ea typeface="微软雅黑" panose="020B0503020204020204" charset="-122"/>
              </a:rPr>
              <a:t>参数量小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计算时间短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频繁从存储中加载数据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a:t>
            </a:r>
            <a:r>
              <a:rPr lang="en-US" altLang="zh-CN" sz="1200" baseline="0" dirty="0">
                <a:solidFill>
                  <a:schemeClr val="tx1"/>
                </a:solidFill>
                <a:latin typeface="微软雅黑" panose="020B0503020204020204" charset="-122"/>
                <a:ea typeface="微软雅黑" panose="020B0503020204020204" charset="-122"/>
              </a:rPr>
              <a:t>IOPS</a:t>
            </a:r>
            <a:r>
              <a:rPr lang="zh-CN" altLang="en-US" sz="1200" baseline="0" dirty="0">
                <a:solidFill>
                  <a:schemeClr val="tx1"/>
                </a:solidFill>
                <a:latin typeface="微软雅黑" panose="020B0503020204020204" charset="-122"/>
                <a:ea typeface="微软雅黑" panose="020B0503020204020204" charset="-122"/>
              </a:rPr>
              <a:t>要求高</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aseline="0" dirty="0">
                <a:solidFill>
                  <a:schemeClr val="tx1"/>
                </a:solidFill>
                <a:latin typeface="微软雅黑" panose="020B0503020204020204" charset="-122"/>
                <a:ea typeface="微软雅黑" panose="020B0503020204020204" charset="-122"/>
              </a:rPr>
              <a:t>               -&gt; </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文件小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对读写</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带宽要求低</a:t>
            </a:r>
            <a:endParaRPr lang="en-US" altLang="zh-CN" sz="1200" b="1" kern="100" dirty="0">
              <a:solidFill>
                <a:schemeClr val="bg1"/>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E025B9FC-C8BD-4193-A517-72EAF021B66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大模型和小模型的关注点不同：</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a:t>
            </a:r>
            <a:r>
              <a:rPr lang="en-US" altLang="zh-CN" sz="1200" dirty="0">
                <a:solidFill>
                  <a:schemeClr val="tx1"/>
                </a:solidFill>
                <a:latin typeface="微软雅黑" panose="020B0503020204020204" charset="-122"/>
                <a:ea typeface="微软雅黑" panose="020B0503020204020204" charset="-122"/>
              </a:rPr>
              <a:t>1</a:t>
            </a:r>
            <a:r>
              <a:rPr lang="zh-CN" altLang="en-US" sz="1200" dirty="0">
                <a:solidFill>
                  <a:schemeClr val="tx1"/>
                </a:solidFill>
                <a:latin typeface="微软雅黑" panose="020B0503020204020204" charset="-122"/>
                <a:ea typeface="微软雅黑" panose="020B0503020204020204" charset="-122"/>
              </a:rPr>
              <a:t>）大模型，如</a:t>
            </a:r>
            <a:r>
              <a:rPr lang="en-US" altLang="zh-CN" sz="1200" dirty="0">
                <a:solidFill>
                  <a:schemeClr val="tx1"/>
                </a:solidFill>
                <a:latin typeface="微软雅黑" panose="020B0503020204020204" charset="-122"/>
                <a:ea typeface="微软雅黑" panose="020B0503020204020204" charset="-122"/>
              </a:rPr>
              <a:t>Llama3</a:t>
            </a:r>
            <a:r>
              <a:rPr lang="zh-CN" altLang="en-US" sz="1200" dirty="0">
                <a:solidFill>
                  <a:schemeClr val="tx1"/>
                </a:solidFill>
                <a:latin typeface="微软雅黑" panose="020B0503020204020204" charset="-122"/>
                <a:ea typeface="微软雅黑" panose="020B0503020204020204" charset="-122"/>
              </a:rPr>
              <a:t>（</a:t>
            </a:r>
            <a:r>
              <a:rPr lang="en-US" altLang="zh-CN" sz="1200" dirty="0">
                <a:solidFill>
                  <a:schemeClr val="tx1"/>
                </a:solidFill>
                <a:latin typeface="微软雅黑" panose="020B0503020204020204" charset="-122"/>
                <a:ea typeface="微软雅黑" panose="020B0503020204020204" charset="-122"/>
              </a:rPr>
              <a:t>544B</a:t>
            </a:r>
            <a:r>
              <a:rPr lang="zh-CN" altLang="en-US" sz="1200" dirty="0">
                <a:solidFill>
                  <a:schemeClr val="tx1"/>
                </a:solidFill>
                <a:latin typeface="微软雅黑" panose="020B0503020204020204" charset="-122"/>
                <a:ea typeface="微软雅黑" panose="020B0503020204020204" charset="-122"/>
              </a:rPr>
              <a:t>参数量）等：</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参数量大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计算时间长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计算过程中可以预先加载下一批数据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对</a:t>
            </a:r>
            <a:r>
              <a:rPr lang="en-US" altLang="zh-CN" sz="1200" dirty="0">
                <a:solidFill>
                  <a:schemeClr val="tx1"/>
                </a:solidFill>
                <a:latin typeface="微软雅黑" panose="020B0503020204020204" charset="-122"/>
                <a:ea typeface="微软雅黑" panose="020B0503020204020204" charset="-122"/>
              </a:rPr>
              <a:t>IOPS</a:t>
            </a:r>
            <a:r>
              <a:rPr lang="zh-CN" altLang="en-US" sz="1200" dirty="0">
                <a:solidFill>
                  <a:schemeClr val="tx1"/>
                </a:solidFill>
                <a:latin typeface="微软雅黑" panose="020B0503020204020204" charset="-122"/>
                <a:ea typeface="微软雅黑" panose="020B0503020204020204" charset="-122"/>
              </a:rPr>
              <a:t>要求低</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charset="-122"/>
                <a:ea typeface="微软雅黑" panose="020B0503020204020204" charset="-122"/>
              </a:rPr>
              <a:t>               </a:t>
            </a:r>
            <a:r>
              <a:rPr lang="en-US" altLang="zh-CN" sz="1200" baseline="0" dirty="0">
                <a:solidFill>
                  <a:schemeClr val="tx1"/>
                </a:solidFill>
                <a:latin typeface="微软雅黑" panose="020B0503020204020204" charset="-122"/>
                <a:ea typeface="微软雅黑" panose="020B0503020204020204" charset="-122"/>
              </a:rPr>
              <a:t>-&gt; </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文件大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对读写</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带宽要求高</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aseline="0" dirty="0">
                <a:solidFill>
                  <a:schemeClr val="tx1"/>
                </a:solidFill>
                <a:latin typeface="微软雅黑" panose="020B0503020204020204" charset="-122"/>
                <a:ea typeface="微软雅黑" panose="020B0503020204020204" charset="-122"/>
              </a:rPr>
              <a:t>（</a:t>
            </a:r>
            <a:r>
              <a:rPr lang="en-US" altLang="zh-CN" sz="1200" baseline="0" dirty="0">
                <a:solidFill>
                  <a:schemeClr val="tx1"/>
                </a:solidFill>
                <a:latin typeface="微软雅黑" panose="020B0503020204020204" charset="-122"/>
                <a:ea typeface="微软雅黑" panose="020B0503020204020204" charset="-122"/>
              </a:rPr>
              <a:t>2</a:t>
            </a:r>
            <a:r>
              <a:rPr lang="zh-CN" altLang="en-US" sz="1200" baseline="0" dirty="0">
                <a:solidFill>
                  <a:schemeClr val="tx1"/>
                </a:solidFill>
                <a:latin typeface="微软雅黑" panose="020B0503020204020204" charset="-122"/>
                <a:ea typeface="微软雅黑" panose="020B0503020204020204" charset="-122"/>
              </a:rPr>
              <a:t>）小模型，如金融量化交易、企业智能质检、车企自动驾驶（</a:t>
            </a:r>
            <a:r>
              <a:rPr lang="en-US" altLang="zh-CN" sz="1200" baseline="0" dirty="0">
                <a:solidFill>
                  <a:schemeClr val="tx1"/>
                </a:solidFill>
                <a:latin typeface="微软雅黑" panose="020B0503020204020204" charset="-122"/>
                <a:ea typeface="微软雅黑" panose="020B0503020204020204" charset="-122"/>
              </a:rPr>
              <a:t>3B</a:t>
            </a:r>
            <a:r>
              <a:rPr lang="zh-CN" altLang="en-US" sz="1200" baseline="0" dirty="0">
                <a:solidFill>
                  <a:schemeClr val="tx1"/>
                </a:solidFill>
                <a:latin typeface="微软雅黑" panose="020B0503020204020204" charset="-122"/>
                <a:ea typeface="微软雅黑" panose="020B0503020204020204" charset="-122"/>
              </a:rPr>
              <a:t>参数量）等：</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aseline="0" dirty="0">
                <a:solidFill>
                  <a:schemeClr val="tx1"/>
                </a:solidFill>
                <a:latin typeface="微软雅黑" panose="020B0503020204020204" charset="-122"/>
                <a:ea typeface="微软雅黑" panose="020B0503020204020204" charset="-122"/>
              </a:rPr>
              <a:t>参数量小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计算时间短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频繁从存储中加载数据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a:t>
            </a:r>
            <a:r>
              <a:rPr lang="en-US" altLang="zh-CN" sz="1200" baseline="0" dirty="0">
                <a:solidFill>
                  <a:schemeClr val="tx1"/>
                </a:solidFill>
                <a:latin typeface="微软雅黑" panose="020B0503020204020204" charset="-122"/>
                <a:ea typeface="微软雅黑" panose="020B0503020204020204" charset="-122"/>
              </a:rPr>
              <a:t>IOPS</a:t>
            </a:r>
            <a:r>
              <a:rPr lang="zh-CN" altLang="en-US" sz="1200" baseline="0" dirty="0">
                <a:solidFill>
                  <a:schemeClr val="tx1"/>
                </a:solidFill>
                <a:latin typeface="微软雅黑" panose="020B0503020204020204" charset="-122"/>
                <a:ea typeface="微软雅黑" panose="020B0503020204020204" charset="-122"/>
              </a:rPr>
              <a:t>要求高</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aseline="0" dirty="0">
                <a:solidFill>
                  <a:schemeClr val="tx1"/>
                </a:solidFill>
                <a:latin typeface="微软雅黑" panose="020B0503020204020204" charset="-122"/>
                <a:ea typeface="微软雅黑" panose="020B0503020204020204" charset="-122"/>
              </a:rPr>
              <a:t>               -&gt; </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文件小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对读写</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带宽要求低</a:t>
            </a:r>
            <a:endParaRPr lang="en-US" altLang="zh-CN" sz="1200" b="1" kern="100" dirty="0">
              <a:solidFill>
                <a:schemeClr val="bg1"/>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E025B9FC-C8BD-4193-A517-72EAF021B66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大模型和小模型的关注点不同：</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a:t>
            </a:r>
            <a:r>
              <a:rPr lang="en-US" altLang="zh-CN" sz="1200" dirty="0">
                <a:solidFill>
                  <a:schemeClr val="tx1"/>
                </a:solidFill>
                <a:latin typeface="微软雅黑" panose="020B0503020204020204" charset="-122"/>
                <a:ea typeface="微软雅黑" panose="020B0503020204020204" charset="-122"/>
              </a:rPr>
              <a:t>1</a:t>
            </a:r>
            <a:r>
              <a:rPr lang="zh-CN" altLang="en-US" sz="1200" dirty="0">
                <a:solidFill>
                  <a:schemeClr val="tx1"/>
                </a:solidFill>
                <a:latin typeface="微软雅黑" panose="020B0503020204020204" charset="-122"/>
                <a:ea typeface="微软雅黑" panose="020B0503020204020204" charset="-122"/>
              </a:rPr>
              <a:t>）大模型，如</a:t>
            </a:r>
            <a:r>
              <a:rPr lang="en-US" altLang="zh-CN" sz="1200" dirty="0">
                <a:solidFill>
                  <a:schemeClr val="tx1"/>
                </a:solidFill>
                <a:latin typeface="微软雅黑" panose="020B0503020204020204" charset="-122"/>
                <a:ea typeface="微软雅黑" panose="020B0503020204020204" charset="-122"/>
              </a:rPr>
              <a:t>Llama3</a:t>
            </a:r>
            <a:r>
              <a:rPr lang="zh-CN" altLang="en-US" sz="1200" dirty="0">
                <a:solidFill>
                  <a:schemeClr val="tx1"/>
                </a:solidFill>
                <a:latin typeface="微软雅黑" panose="020B0503020204020204" charset="-122"/>
                <a:ea typeface="微软雅黑" panose="020B0503020204020204" charset="-122"/>
              </a:rPr>
              <a:t>（</a:t>
            </a:r>
            <a:r>
              <a:rPr lang="en-US" altLang="zh-CN" sz="1200" dirty="0">
                <a:solidFill>
                  <a:schemeClr val="tx1"/>
                </a:solidFill>
                <a:latin typeface="微软雅黑" panose="020B0503020204020204" charset="-122"/>
                <a:ea typeface="微软雅黑" panose="020B0503020204020204" charset="-122"/>
              </a:rPr>
              <a:t>544B</a:t>
            </a:r>
            <a:r>
              <a:rPr lang="zh-CN" altLang="en-US" sz="1200" dirty="0">
                <a:solidFill>
                  <a:schemeClr val="tx1"/>
                </a:solidFill>
                <a:latin typeface="微软雅黑" panose="020B0503020204020204" charset="-122"/>
                <a:ea typeface="微软雅黑" panose="020B0503020204020204" charset="-122"/>
              </a:rPr>
              <a:t>参数量）等：</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参数量大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计算时间长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计算过程中可以预先加载下一批数据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对</a:t>
            </a:r>
            <a:r>
              <a:rPr lang="en-US" altLang="zh-CN" sz="1200" dirty="0">
                <a:solidFill>
                  <a:schemeClr val="tx1"/>
                </a:solidFill>
                <a:latin typeface="微软雅黑" panose="020B0503020204020204" charset="-122"/>
                <a:ea typeface="微软雅黑" panose="020B0503020204020204" charset="-122"/>
              </a:rPr>
              <a:t>IOPS</a:t>
            </a:r>
            <a:r>
              <a:rPr lang="zh-CN" altLang="en-US" sz="1200" dirty="0">
                <a:solidFill>
                  <a:schemeClr val="tx1"/>
                </a:solidFill>
                <a:latin typeface="微软雅黑" panose="020B0503020204020204" charset="-122"/>
                <a:ea typeface="微软雅黑" panose="020B0503020204020204" charset="-122"/>
              </a:rPr>
              <a:t>要求低</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charset="-122"/>
                <a:ea typeface="微软雅黑" panose="020B0503020204020204" charset="-122"/>
              </a:rPr>
              <a:t>               </a:t>
            </a:r>
            <a:r>
              <a:rPr lang="en-US" altLang="zh-CN" sz="1200" baseline="0" dirty="0">
                <a:solidFill>
                  <a:schemeClr val="tx1"/>
                </a:solidFill>
                <a:latin typeface="微软雅黑" panose="020B0503020204020204" charset="-122"/>
                <a:ea typeface="微软雅黑" panose="020B0503020204020204" charset="-122"/>
              </a:rPr>
              <a:t>-&gt; </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文件大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对读写</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带宽要求高</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aseline="0" dirty="0">
                <a:solidFill>
                  <a:schemeClr val="tx1"/>
                </a:solidFill>
                <a:latin typeface="微软雅黑" panose="020B0503020204020204" charset="-122"/>
                <a:ea typeface="微软雅黑" panose="020B0503020204020204" charset="-122"/>
              </a:rPr>
              <a:t>（</a:t>
            </a:r>
            <a:r>
              <a:rPr lang="en-US" altLang="zh-CN" sz="1200" baseline="0" dirty="0">
                <a:solidFill>
                  <a:schemeClr val="tx1"/>
                </a:solidFill>
                <a:latin typeface="微软雅黑" panose="020B0503020204020204" charset="-122"/>
                <a:ea typeface="微软雅黑" panose="020B0503020204020204" charset="-122"/>
              </a:rPr>
              <a:t>2</a:t>
            </a:r>
            <a:r>
              <a:rPr lang="zh-CN" altLang="en-US" sz="1200" baseline="0" dirty="0">
                <a:solidFill>
                  <a:schemeClr val="tx1"/>
                </a:solidFill>
                <a:latin typeface="微软雅黑" panose="020B0503020204020204" charset="-122"/>
                <a:ea typeface="微软雅黑" panose="020B0503020204020204" charset="-122"/>
              </a:rPr>
              <a:t>）小模型，如金融量化交易、企业智能质检、车企自动驾驶（</a:t>
            </a:r>
            <a:r>
              <a:rPr lang="en-US" altLang="zh-CN" sz="1200" baseline="0" dirty="0">
                <a:solidFill>
                  <a:schemeClr val="tx1"/>
                </a:solidFill>
                <a:latin typeface="微软雅黑" panose="020B0503020204020204" charset="-122"/>
                <a:ea typeface="微软雅黑" panose="020B0503020204020204" charset="-122"/>
              </a:rPr>
              <a:t>3B</a:t>
            </a:r>
            <a:r>
              <a:rPr lang="zh-CN" altLang="en-US" sz="1200" baseline="0" dirty="0">
                <a:solidFill>
                  <a:schemeClr val="tx1"/>
                </a:solidFill>
                <a:latin typeface="微软雅黑" panose="020B0503020204020204" charset="-122"/>
                <a:ea typeface="微软雅黑" panose="020B0503020204020204" charset="-122"/>
              </a:rPr>
              <a:t>参数量）等：</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aseline="0" dirty="0">
                <a:solidFill>
                  <a:schemeClr val="tx1"/>
                </a:solidFill>
                <a:latin typeface="微软雅黑" panose="020B0503020204020204" charset="-122"/>
                <a:ea typeface="微软雅黑" panose="020B0503020204020204" charset="-122"/>
              </a:rPr>
              <a:t>参数量小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计算时间短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频繁从存储中加载数据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a:t>
            </a:r>
            <a:r>
              <a:rPr lang="en-US" altLang="zh-CN" sz="1200" baseline="0" dirty="0">
                <a:solidFill>
                  <a:schemeClr val="tx1"/>
                </a:solidFill>
                <a:latin typeface="微软雅黑" panose="020B0503020204020204" charset="-122"/>
                <a:ea typeface="微软雅黑" panose="020B0503020204020204" charset="-122"/>
              </a:rPr>
              <a:t>IOPS</a:t>
            </a:r>
            <a:r>
              <a:rPr lang="zh-CN" altLang="en-US" sz="1200" baseline="0" dirty="0">
                <a:solidFill>
                  <a:schemeClr val="tx1"/>
                </a:solidFill>
                <a:latin typeface="微软雅黑" panose="020B0503020204020204" charset="-122"/>
                <a:ea typeface="微软雅黑" panose="020B0503020204020204" charset="-122"/>
              </a:rPr>
              <a:t>要求高</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aseline="0" dirty="0">
                <a:solidFill>
                  <a:schemeClr val="tx1"/>
                </a:solidFill>
                <a:latin typeface="微软雅黑" panose="020B0503020204020204" charset="-122"/>
                <a:ea typeface="微软雅黑" panose="020B0503020204020204" charset="-122"/>
              </a:rPr>
              <a:t>               -&gt; </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文件小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对读写</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带宽要求低</a:t>
            </a:r>
            <a:endParaRPr lang="en-US" altLang="zh-CN" sz="1200" b="1" kern="100" dirty="0">
              <a:solidFill>
                <a:schemeClr val="bg1"/>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E025B9FC-C8BD-4193-A517-72EAF021B66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大模型和小模型的关注点不同：</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a:t>
            </a:r>
            <a:r>
              <a:rPr lang="en-US" altLang="zh-CN" sz="1200" dirty="0">
                <a:solidFill>
                  <a:schemeClr val="tx1"/>
                </a:solidFill>
                <a:latin typeface="微软雅黑" panose="020B0503020204020204" charset="-122"/>
                <a:ea typeface="微软雅黑" panose="020B0503020204020204" charset="-122"/>
              </a:rPr>
              <a:t>1</a:t>
            </a:r>
            <a:r>
              <a:rPr lang="zh-CN" altLang="en-US" sz="1200" dirty="0">
                <a:solidFill>
                  <a:schemeClr val="tx1"/>
                </a:solidFill>
                <a:latin typeface="微软雅黑" panose="020B0503020204020204" charset="-122"/>
                <a:ea typeface="微软雅黑" panose="020B0503020204020204" charset="-122"/>
              </a:rPr>
              <a:t>）大模型，如</a:t>
            </a:r>
            <a:r>
              <a:rPr lang="en-US" altLang="zh-CN" sz="1200" dirty="0">
                <a:solidFill>
                  <a:schemeClr val="tx1"/>
                </a:solidFill>
                <a:latin typeface="微软雅黑" panose="020B0503020204020204" charset="-122"/>
                <a:ea typeface="微软雅黑" panose="020B0503020204020204" charset="-122"/>
              </a:rPr>
              <a:t>Llama3</a:t>
            </a:r>
            <a:r>
              <a:rPr lang="zh-CN" altLang="en-US" sz="1200" dirty="0">
                <a:solidFill>
                  <a:schemeClr val="tx1"/>
                </a:solidFill>
                <a:latin typeface="微软雅黑" panose="020B0503020204020204" charset="-122"/>
                <a:ea typeface="微软雅黑" panose="020B0503020204020204" charset="-122"/>
              </a:rPr>
              <a:t>（</a:t>
            </a:r>
            <a:r>
              <a:rPr lang="en-US" altLang="zh-CN" sz="1200" dirty="0">
                <a:solidFill>
                  <a:schemeClr val="tx1"/>
                </a:solidFill>
                <a:latin typeface="微软雅黑" panose="020B0503020204020204" charset="-122"/>
                <a:ea typeface="微软雅黑" panose="020B0503020204020204" charset="-122"/>
              </a:rPr>
              <a:t>544B</a:t>
            </a:r>
            <a:r>
              <a:rPr lang="zh-CN" altLang="en-US" sz="1200" dirty="0">
                <a:solidFill>
                  <a:schemeClr val="tx1"/>
                </a:solidFill>
                <a:latin typeface="微软雅黑" panose="020B0503020204020204" charset="-122"/>
                <a:ea typeface="微软雅黑" panose="020B0503020204020204" charset="-122"/>
              </a:rPr>
              <a:t>参数量）等：</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参数量大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计算时间长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计算过程中可以预先加载下一批数据 </a:t>
            </a:r>
            <a:r>
              <a:rPr lang="en-US" altLang="zh-CN" sz="1200" dirty="0">
                <a:solidFill>
                  <a:schemeClr val="tx1"/>
                </a:solidFill>
                <a:latin typeface="微软雅黑" panose="020B0503020204020204" charset="-122"/>
                <a:ea typeface="微软雅黑" panose="020B0503020204020204" charset="-122"/>
              </a:rPr>
              <a:t>-&gt; </a:t>
            </a:r>
            <a:r>
              <a:rPr lang="zh-CN" altLang="en-US" sz="1200" dirty="0">
                <a:solidFill>
                  <a:schemeClr val="tx1"/>
                </a:solidFill>
                <a:latin typeface="微软雅黑" panose="020B0503020204020204" charset="-122"/>
                <a:ea typeface="微软雅黑" panose="020B0503020204020204" charset="-122"/>
              </a:rPr>
              <a:t>对</a:t>
            </a:r>
            <a:r>
              <a:rPr lang="en-US" altLang="zh-CN" sz="1200" dirty="0">
                <a:solidFill>
                  <a:schemeClr val="tx1"/>
                </a:solidFill>
                <a:latin typeface="微软雅黑" panose="020B0503020204020204" charset="-122"/>
                <a:ea typeface="微软雅黑" panose="020B0503020204020204" charset="-122"/>
              </a:rPr>
              <a:t>IOPS</a:t>
            </a:r>
            <a:r>
              <a:rPr lang="zh-CN" altLang="en-US" sz="1200" dirty="0">
                <a:solidFill>
                  <a:schemeClr val="tx1"/>
                </a:solidFill>
                <a:latin typeface="微软雅黑" panose="020B0503020204020204" charset="-122"/>
                <a:ea typeface="微软雅黑" panose="020B0503020204020204" charset="-122"/>
              </a:rPr>
              <a:t>要求低</a:t>
            </a:r>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charset="-122"/>
                <a:ea typeface="微软雅黑" panose="020B0503020204020204" charset="-122"/>
              </a:rPr>
              <a:t>               </a:t>
            </a:r>
            <a:r>
              <a:rPr lang="en-US" altLang="zh-CN" sz="1200" baseline="0" dirty="0">
                <a:solidFill>
                  <a:schemeClr val="tx1"/>
                </a:solidFill>
                <a:latin typeface="微软雅黑" panose="020B0503020204020204" charset="-122"/>
                <a:ea typeface="微软雅黑" panose="020B0503020204020204" charset="-122"/>
              </a:rPr>
              <a:t>-&gt; </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文件大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对读写</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带宽要求高</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aseline="0" dirty="0">
                <a:solidFill>
                  <a:schemeClr val="tx1"/>
                </a:solidFill>
                <a:latin typeface="微软雅黑" panose="020B0503020204020204" charset="-122"/>
                <a:ea typeface="微软雅黑" panose="020B0503020204020204" charset="-122"/>
              </a:rPr>
              <a:t>（</a:t>
            </a:r>
            <a:r>
              <a:rPr lang="en-US" altLang="zh-CN" sz="1200" baseline="0" dirty="0">
                <a:solidFill>
                  <a:schemeClr val="tx1"/>
                </a:solidFill>
                <a:latin typeface="微软雅黑" panose="020B0503020204020204" charset="-122"/>
                <a:ea typeface="微软雅黑" panose="020B0503020204020204" charset="-122"/>
              </a:rPr>
              <a:t>2</a:t>
            </a:r>
            <a:r>
              <a:rPr lang="zh-CN" altLang="en-US" sz="1200" baseline="0" dirty="0">
                <a:solidFill>
                  <a:schemeClr val="tx1"/>
                </a:solidFill>
                <a:latin typeface="微软雅黑" panose="020B0503020204020204" charset="-122"/>
                <a:ea typeface="微软雅黑" panose="020B0503020204020204" charset="-122"/>
              </a:rPr>
              <a:t>）小模型，如金融量化交易、企业智能质检、车企自动驾驶（</a:t>
            </a:r>
            <a:r>
              <a:rPr lang="en-US" altLang="zh-CN" sz="1200" baseline="0" dirty="0">
                <a:solidFill>
                  <a:schemeClr val="tx1"/>
                </a:solidFill>
                <a:latin typeface="微软雅黑" panose="020B0503020204020204" charset="-122"/>
                <a:ea typeface="微软雅黑" panose="020B0503020204020204" charset="-122"/>
              </a:rPr>
              <a:t>3B</a:t>
            </a:r>
            <a:r>
              <a:rPr lang="zh-CN" altLang="en-US" sz="1200" baseline="0" dirty="0">
                <a:solidFill>
                  <a:schemeClr val="tx1"/>
                </a:solidFill>
                <a:latin typeface="微软雅黑" panose="020B0503020204020204" charset="-122"/>
                <a:ea typeface="微软雅黑" panose="020B0503020204020204" charset="-122"/>
              </a:rPr>
              <a:t>参数量）等：</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aseline="0" dirty="0">
                <a:solidFill>
                  <a:schemeClr val="tx1"/>
                </a:solidFill>
                <a:latin typeface="微软雅黑" panose="020B0503020204020204" charset="-122"/>
                <a:ea typeface="微软雅黑" panose="020B0503020204020204" charset="-122"/>
              </a:rPr>
              <a:t>参数量小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计算时间短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频繁从存储中加载数据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a:t>
            </a:r>
            <a:r>
              <a:rPr lang="en-US" altLang="zh-CN" sz="1200" baseline="0" dirty="0">
                <a:solidFill>
                  <a:schemeClr val="tx1"/>
                </a:solidFill>
                <a:latin typeface="微软雅黑" panose="020B0503020204020204" charset="-122"/>
                <a:ea typeface="微软雅黑" panose="020B0503020204020204" charset="-122"/>
              </a:rPr>
              <a:t>IOPS</a:t>
            </a:r>
            <a:r>
              <a:rPr lang="zh-CN" altLang="en-US" sz="1200" baseline="0" dirty="0">
                <a:solidFill>
                  <a:schemeClr val="tx1"/>
                </a:solidFill>
                <a:latin typeface="微软雅黑" panose="020B0503020204020204" charset="-122"/>
                <a:ea typeface="微软雅黑" panose="020B0503020204020204" charset="-122"/>
              </a:rPr>
              <a:t>要求高</a:t>
            </a:r>
            <a:endParaRPr lang="en-US" altLang="zh-CN" sz="1200" baseline="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aseline="0" dirty="0">
                <a:solidFill>
                  <a:schemeClr val="tx1"/>
                </a:solidFill>
                <a:latin typeface="微软雅黑" panose="020B0503020204020204" charset="-122"/>
                <a:ea typeface="微软雅黑" panose="020B0503020204020204" charset="-122"/>
              </a:rPr>
              <a:t>               -&gt; </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文件小                              </a:t>
            </a:r>
            <a:r>
              <a:rPr lang="en-US" altLang="zh-CN" sz="1200" baseline="0" dirty="0">
                <a:solidFill>
                  <a:schemeClr val="tx1"/>
                </a:solidFill>
                <a:latin typeface="微软雅黑" panose="020B0503020204020204" charset="-122"/>
                <a:ea typeface="微软雅黑" panose="020B0503020204020204" charset="-122"/>
              </a:rPr>
              <a:t>-&gt; </a:t>
            </a:r>
            <a:r>
              <a:rPr lang="zh-CN" altLang="en-US" sz="1200" baseline="0" dirty="0">
                <a:solidFill>
                  <a:schemeClr val="tx1"/>
                </a:solidFill>
                <a:latin typeface="微软雅黑" panose="020B0503020204020204" charset="-122"/>
                <a:ea typeface="微软雅黑" panose="020B0503020204020204" charset="-122"/>
              </a:rPr>
              <a:t>对读写</a:t>
            </a:r>
            <a:r>
              <a:rPr lang="en-US" altLang="zh-CN" sz="1200" baseline="0" dirty="0" err="1">
                <a:solidFill>
                  <a:schemeClr val="tx1"/>
                </a:solidFill>
                <a:latin typeface="微软雅黑" panose="020B0503020204020204" charset="-122"/>
                <a:ea typeface="微软雅黑" panose="020B0503020204020204" charset="-122"/>
              </a:rPr>
              <a:t>CheckPoint</a:t>
            </a:r>
            <a:r>
              <a:rPr lang="zh-CN" altLang="en-US" sz="1200" baseline="0" dirty="0">
                <a:solidFill>
                  <a:schemeClr val="tx1"/>
                </a:solidFill>
                <a:latin typeface="微软雅黑" panose="020B0503020204020204" charset="-122"/>
                <a:ea typeface="微软雅黑" panose="020B0503020204020204" charset="-122"/>
              </a:rPr>
              <a:t>带宽要求低</a:t>
            </a:r>
            <a:endParaRPr lang="en-US" altLang="zh-CN" sz="1200" b="1" kern="100" dirty="0">
              <a:solidFill>
                <a:schemeClr val="bg1"/>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E025B9FC-C8BD-4193-A517-72EAF021B66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7D3039-609A-45D3-A69C-3D3506FC7A4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7D3039-609A-45D3-A69C-3D3506FC7A4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大文件比例调大。写</a:t>
            </a:r>
            <a:r>
              <a:rPr lang="en-US" altLang="zh-CN" dirty="0"/>
              <a:t>IO</a:t>
            </a:r>
            <a:r>
              <a:rPr lang="zh-CN" altLang="en-US" dirty="0"/>
              <a:t>增加即大块写，读可能是小</a:t>
            </a:r>
            <a:r>
              <a:rPr lang="en-US" altLang="zh-CN" dirty="0"/>
              <a:t>IO</a:t>
            </a:r>
            <a:endParaRPr lang="zh-CN" altLang="en-US" dirty="0"/>
          </a:p>
          <a:p>
            <a:r>
              <a:rPr lang="zh-CN" altLang="en-US" dirty="0"/>
              <a:t>一段话：大模型推理的</a:t>
            </a:r>
            <a:r>
              <a:rPr lang="en-US" altLang="zh-CN" dirty="0"/>
              <a:t> I/O </a:t>
            </a:r>
            <a:r>
              <a:rPr lang="zh-CN" altLang="en-US" dirty="0"/>
              <a:t>特征主要受模型的规模、复杂度以及推理任务的性质影响。按照现有的技术架构，推理过程中推理过程中的</a:t>
            </a:r>
            <a:r>
              <a:rPr lang="en-US" altLang="zh-CN" dirty="0"/>
              <a:t>kvcache</a:t>
            </a:r>
            <a:r>
              <a:rPr lang="zh-CN" altLang="en-US" dirty="0"/>
              <a:t>数据以顺序方式写入到存储系统，需要支持大带宽的写入；并且过程中可能需要随机访问模型参数或中间数据，这要求存储系统支持高效的随机读取；并且推理场景要求在高并发场景下，系统需要能够快速处理多个输出请求，要求较高的并发。</a:t>
            </a:r>
            <a:endParaRPr lang="zh-CN" altLang="en-US" dirty="0"/>
          </a:p>
          <a:p>
            <a:r>
              <a:rPr lang="en-US" altLang="zh-CN" dirty="0"/>
              <a:t>CCF</a:t>
            </a:r>
            <a:r>
              <a:rPr lang="zh-CN" altLang="en-US" dirty="0"/>
              <a:t>存储评测规范中推理部分</a:t>
            </a:r>
            <a:r>
              <a:rPr lang="en-US" altLang="zh-CN" dirty="0"/>
              <a:t>3</a:t>
            </a:r>
            <a:r>
              <a:rPr lang="zh-CN" altLang="en-US" dirty="0"/>
              <a:t>，</a:t>
            </a:r>
            <a:r>
              <a:rPr lang="en-US" altLang="zh-CN" dirty="0"/>
              <a:t>4</a:t>
            </a:r>
            <a:r>
              <a:rPr lang="zh-CN" altLang="en-US" dirty="0"/>
              <a:t>，</a:t>
            </a:r>
            <a:r>
              <a:rPr lang="en-US" altLang="zh-CN" dirty="0"/>
              <a:t>5</a:t>
            </a:r>
            <a:r>
              <a:rPr lang="zh-CN" altLang="en-US" dirty="0"/>
              <a:t>，</a:t>
            </a:r>
            <a:r>
              <a:rPr lang="en-US" altLang="zh-CN" dirty="0"/>
              <a:t>8</a:t>
            </a:r>
            <a:r>
              <a:rPr lang="zh-CN" altLang="en-US" dirty="0"/>
              <a:t>作为我们的支撑素材加到文档里面。索引部分的内容存储，找支撑材料。</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7D3039-609A-45D3-A69C-3D3506FC7A4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FCD9717-2197-439B-AF85-AE4E4B55B6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0DB586-A397-4681-93F8-A8F70C35077E}"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FCD9717-2197-439B-AF85-AE4E4B55B6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0DB586-A397-4681-93F8-A8F70C35077E}"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FCD9717-2197-439B-AF85-AE4E4B55B6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0DB586-A397-4681-93F8-A8F70C35077E}"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3FCD9717-2197-439B-AF85-AE4E4B55B68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0DB586-A397-4681-93F8-A8F70C35077E}"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3FCD9717-2197-439B-AF85-AE4E4B55B68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F0DB586-A397-4681-93F8-A8F70C35077E}"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FCD9717-2197-439B-AF85-AE4E4B55B68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0DB586-A397-4681-93F8-A8F70C35077E}"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CD9717-2197-439B-AF85-AE4E4B55B68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F0DB586-A397-4681-93F8-A8F70C35077E}"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FCD9717-2197-439B-AF85-AE4E4B55B68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0DB586-A397-4681-93F8-A8F70C35077E}"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FCD9717-2197-439B-AF85-AE4E4B55B68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0DB586-A397-4681-93F8-A8F70C35077E}"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FCD9717-2197-439B-AF85-AE4E4B55B6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0DB586-A397-4681-93F8-A8F70C35077E}"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3_Title Only - No Background">
    <p:spTree>
      <p:nvGrpSpPr>
        <p:cNvPr id="1" name=""/>
        <p:cNvGrpSpPr/>
        <p:nvPr/>
      </p:nvGrpSpPr>
      <p:grpSpPr>
        <a:xfrm>
          <a:off x="0" y="0"/>
          <a:ext cx="0" cy="0"/>
          <a:chOff x="0" y="0"/>
          <a:chExt cx="0" cy="0"/>
        </a:xfrm>
      </p:grpSpPr>
      <p:sp>
        <p:nvSpPr>
          <p:cNvPr id="3" name="Rectangle 7"/>
          <p:cNvSpPr>
            <a:spLocks noChangeArrowheads="1"/>
          </p:cNvSpPr>
          <p:nvPr userDrawn="1"/>
        </p:nvSpPr>
        <p:spPr bwMode="invGray">
          <a:xfrm flipH="1">
            <a:off x="0" y="6502400"/>
            <a:ext cx="503369" cy="190500"/>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algn="ctr" eaLnBrk="1" hangingPunct="1">
              <a:defRPr/>
            </a:pPr>
            <a:endParaRPr lang="en-US" altLang="zh-CN" sz="2400">
              <a:solidFill>
                <a:srgbClr val="FFFFFF"/>
              </a:solidFill>
              <a:latin typeface="Foundry Gridnik Medium"/>
              <a:ea typeface="宋体" panose="02010600030101010101" pitchFamily="2" charset="-122"/>
            </a:endParaRPr>
          </a:p>
        </p:txBody>
      </p:sp>
      <p:sp>
        <p:nvSpPr>
          <p:cNvPr id="4" name="Rectangle 11"/>
          <p:cNvSpPr>
            <a:spLocks noChangeArrowheads="1"/>
          </p:cNvSpPr>
          <p:nvPr userDrawn="1"/>
        </p:nvSpPr>
        <p:spPr bwMode="gray">
          <a:xfrm flipH="1">
            <a:off x="458908" y="255589"/>
            <a:ext cx="11733092"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algn="ctr" eaLnBrk="1" hangingPunct="1">
              <a:defRPr/>
            </a:pPr>
            <a:endParaRPr lang="en-US" altLang="zh-CN" sz="2400" b="1">
              <a:solidFill>
                <a:srgbClr val="FFFFFF"/>
              </a:solidFill>
              <a:latin typeface="Foundry Gridnik Medium"/>
              <a:ea typeface="宋体" panose="02010600030101010101" pitchFamily="2" charset="-122"/>
            </a:endParaRPr>
          </a:p>
        </p:txBody>
      </p:sp>
      <p:sp>
        <p:nvSpPr>
          <p:cNvPr id="5" name="Rectangle 6"/>
          <p:cNvSpPr>
            <a:spLocks noChangeArrowheads="1"/>
          </p:cNvSpPr>
          <p:nvPr userDrawn="1"/>
        </p:nvSpPr>
        <p:spPr bwMode="invGray">
          <a:xfrm>
            <a:off x="100040" y="6518275"/>
            <a:ext cx="403330" cy="153988"/>
          </a:xfrm>
          <a:prstGeom prst="rect">
            <a:avLst/>
          </a:prstGeom>
          <a:solidFill>
            <a:srgbClr val="2A54A8"/>
          </a:solidFill>
          <a:ln w="9525">
            <a:solidFill>
              <a:srgbClr val="2A54A8"/>
            </a:solidFill>
            <a:miter lim="800000"/>
          </a:ln>
        </p:spPr>
        <p:txBody>
          <a:bodyPr wrap="none" lIns="121899" tIns="0" rIns="121899" bIns="0"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algn="ctr" eaLnBrk="1" hangingPunct="1">
              <a:defRPr/>
            </a:pPr>
            <a:fld id="{EC5CA0AF-A3A0-422E-B472-99D483C87D43}" type="slidenum">
              <a:rPr lang="en-US" altLang="zh-CN" sz="1000" smtClean="0">
                <a:solidFill>
                  <a:srgbClr val="FFFFFF"/>
                </a:solidFill>
                <a:ea typeface="宋体" panose="02010600030101010101" pitchFamily="2" charset="-122"/>
                <a:cs typeface="Arial" panose="020B0604020202020204" pitchFamily="34" charset="0"/>
              </a:rPr>
            </a:fld>
            <a:endParaRPr lang="en-US" altLang="zh-CN" sz="1000" dirty="0">
              <a:solidFill>
                <a:srgbClr val="FFFFFF"/>
              </a:solidFill>
              <a:ea typeface="宋体" panose="02010600030101010101" pitchFamily="2" charset="-122"/>
              <a:cs typeface="Arial" panose="020B0604020202020204" pitchFamily="34" charset="0"/>
            </a:endParaRPr>
          </a:p>
        </p:txBody>
      </p:sp>
      <p:sp>
        <p:nvSpPr>
          <p:cNvPr id="6" name="Rectangle 11"/>
          <p:cNvSpPr>
            <a:spLocks noChangeArrowheads="1"/>
          </p:cNvSpPr>
          <p:nvPr userDrawn="1"/>
        </p:nvSpPr>
        <p:spPr bwMode="gray">
          <a:xfrm flipH="1">
            <a:off x="1" y="255589"/>
            <a:ext cx="250890"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algn="ctr" eaLnBrk="1" hangingPunct="1">
              <a:defRPr/>
            </a:pPr>
            <a:endParaRPr lang="en-US" altLang="zh-CN" sz="2400">
              <a:solidFill>
                <a:srgbClr val="FFFFFF"/>
              </a:solidFill>
              <a:latin typeface="Foundry Gridnik Medium"/>
              <a:ea typeface="宋体" panose="02010600030101010101" pitchFamily="2" charset="-122"/>
            </a:endParaRPr>
          </a:p>
        </p:txBody>
      </p:sp>
      <p:sp>
        <p:nvSpPr>
          <p:cNvPr id="21" name="Title 28"/>
          <p:cNvSpPr>
            <a:spLocks noGrp="1"/>
          </p:cNvSpPr>
          <p:nvPr>
            <p:ph type="title"/>
          </p:nvPr>
        </p:nvSpPr>
        <p:spPr bwMode="gray">
          <a:xfrm>
            <a:off x="545118" y="255907"/>
            <a:ext cx="10537440" cy="624291"/>
          </a:xfrm>
          <a:prstGeom prst="rect">
            <a:avLst/>
          </a:prstGeom>
        </p:spPr>
        <p:txBody>
          <a:bodyPr wrap="square" lIns="121899" tIns="60949" rIns="121899" bIns="60949" anchor="ctr" anchorCtr="0"/>
          <a:lstStyle>
            <a:lvl1pPr marL="0" algn="l" defTabSz="1219200" rtl="0" eaLnBrk="1" latinLnBrk="0" hangingPunct="1">
              <a:lnSpc>
                <a:spcPct val="100000"/>
              </a:lnSpc>
              <a:spcBef>
                <a:spcPct val="0"/>
              </a:spcBef>
              <a:buNone/>
              <a:tabLst>
                <a:tab pos="1218565" algn="l"/>
              </a:tabLst>
              <a:defRPr lang="en-US" sz="3000" b="1" kern="1200" cap="none" spc="0" baseline="0" dirty="0">
                <a:solidFill>
                  <a:schemeClr val="bg1"/>
                </a:solidFill>
                <a:latin typeface="微软雅黑" panose="020B0503020204020204" charset="-122"/>
                <a:ea typeface="微软雅黑" panose="020B0503020204020204" charset="-122"/>
                <a:cs typeface="Arial" panose="020B0604020202020204" pitchFamily="34" charset="0"/>
              </a:defRPr>
            </a:lvl1pPr>
          </a:lstStyle>
          <a:p>
            <a:r>
              <a:rPr lang="zh-CN" altLang="en-US"/>
              <a:t>单击此处编辑母版标题样式</a:t>
            </a:r>
            <a:endParaRPr lang="en-US" dirty="0"/>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spTree>
      <p:nvGrpSpPr>
        <p:cNvPr id="1" name=""/>
        <p:cNvGrpSpPr/>
        <p:nvPr/>
      </p:nvGrpSpPr>
      <p:grpSpPr>
        <a:xfrm>
          <a:off x="0" y="0"/>
          <a:ext cx="0" cy="0"/>
          <a:chOff x="0" y="0"/>
          <a:chExt cx="0" cy="0"/>
        </a:xfrm>
      </p:grpSpPr>
      <p:pic>
        <p:nvPicPr>
          <p:cNvPr id="3" name="Picture 9" descr="新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574369" y="5278968"/>
            <a:ext cx="5378451" cy="982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1"/>
          <p:cNvSpPr>
            <a:spLocks noChangeArrowheads="1"/>
          </p:cNvSpPr>
          <p:nvPr userDrawn="1"/>
        </p:nvSpPr>
        <p:spPr bwMode="auto">
          <a:xfrm>
            <a:off x="0" y="0"/>
            <a:ext cx="12192000" cy="1051984"/>
          </a:xfrm>
          <a:prstGeom prst="rect">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09" tIns="60954" rIns="121909" bIns="60954"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dirty="0">
              <a:solidFill>
                <a:srgbClr val="000000"/>
              </a:solidFill>
              <a:latin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
          <p:cNvSpPr/>
          <p:nvPr userDrawn="1"/>
        </p:nvSpPr>
        <p:spPr>
          <a:xfrm>
            <a:off x="8720919" y="5950425"/>
            <a:ext cx="3471081" cy="90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rgbClr val="FFFFFF"/>
              </a:solidFill>
            </a:endParaRPr>
          </a:p>
        </p:txBody>
      </p:sp>
      <p:pic>
        <p:nvPicPr>
          <p:cNvPr id="3" name="Picture 8" descr="新品牌"/>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69165" y="6513534"/>
            <a:ext cx="1888887" cy="3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a:spLocks noGrp="1"/>
          </p:cNvSpPr>
          <p:nvPr>
            <p:ph type="title"/>
          </p:nvPr>
        </p:nvSpPr>
        <p:spPr>
          <a:xfrm>
            <a:off x="925735" y="0"/>
            <a:ext cx="10670116" cy="1143000"/>
          </a:xfrm>
          <a:prstGeom prst="rect">
            <a:avLst/>
          </a:prstGeom>
        </p:spPr>
        <p:txBody>
          <a:bodyPr anchor="ctr"/>
          <a:lstStyle>
            <a:lvl1pPr>
              <a:defRPr sz="2800">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50073" y="0"/>
            <a:ext cx="10670116" cy="776614"/>
          </a:xfrm>
          <a:prstGeom prst="rect">
            <a:avLst/>
          </a:prstGeom>
        </p:spPr>
        <p:txBody>
          <a:bodyPr anchor="ctr"/>
          <a:lstStyle>
            <a:lvl1pPr>
              <a:defRPr sz="2800">
                <a:solidFill>
                  <a:schemeClr val="tx1"/>
                </a:solidFill>
                <a:latin typeface="微软雅黑" panose="020B0503020204020204" charset="-122"/>
                <a:ea typeface="微软雅黑" panose="020B0503020204020204"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1050073" y="977030"/>
            <a:ext cx="10534452" cy="4972923"/>
          </a:xfrm>
          <a:prstGeom prst="rect">
            <a:avLst/>
          </a:prstGeom>
        </p:spPr>
        <p:txBody>
          <a:bodyPr/>
          <a:lstStyle>
            <a:lvl1pPr marL="263525" indent="-263525">
              <a:buClr>
                <a:schemeClr val="tx1"/>
              </a:buClr>
              <a:buFont typeface="Wingdings" panose="05000000000000000000" pitchFamily="2" charset="2"/>
              <a:buChar char="n"/>
              <a:defRPr sz="2000" b="1">
                <a:latin typeface="微软雅黑" panose="020B0503020204020204" charset="-122"/>
                <a:ea typeface="微软雅黑" panose="020B0503020204020204" charset="-122"/>
              </a:defRPr>
            </a:lvl1pPr>
            <a:lvl2pPr marL="538480" indent="-274955">
              <a:buClr>
                <a:schemeClr val="tx1"/>
              </a:buClr>
              <a:buFont typeface="Wingdings" panose="05000000000000000000" pitchFamily="2" charset="2"/>
              <a:buChar char="ü"/>
              <a:defRPr sz="1800">
                <a:latin typeface="微软雅黑" panose="020B0503020204020204" charset="-122"/>
                <a:ea typeface="微软雅黑" panose="020B0503020204020204" charset="-122"/>
              </a:defRPr>
            </a:lvl2pPr>
            <a:lvl3pPr marL="802005" indent="-263525">
              <a:buFont typeface="Arial" panose="020B0604020202020204" pitchFamily="34" charset="0"/>
              <a:buChar char="•"/>
              <a:defRPr sz="1600">
                <a:latin typeface="微软雅黑" panose="020B0503020204020204" charset="-122"/>
                <a:ea typeface="微软雅黑" panose="020B0503020204020204" charset="-122"/>
              </a:defRPr>
            </a:lvl3pPr>
            <a:lvl4pPr marL="989330" indent="-187325">
              <a:buFont typeface="微软雅黑" panose="020B0503020204020204" charset="-122"/>
              <a:buChar char="−"/>
              <a:defRPr sz="1400">
                <a:latin typeface="微软雅黑" panose="020B0503020204020204" charset="-122"/>
                <a:ea typeface="微软雅黑" panose="020B0503020204020204" charset="-122"/>
              </a:defRPr>
            </a:lvl4pPr>
            <a:lvl5pPr marL="2792095" indent="-353695">
              <a:buFont typeface="Wingdings" panose="05000000000000000000" pitchFamily="2" charset="2"/>
              <a:buChar char="l"/>
              <a:defRPr sz="2000">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pic>
        <p:nvPicPr>
          <p:cNvPr id="6" name="Picture 8" descr="新品牌"/>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206743" y="6513534"/>
            <a:ext cx="1888887" cy="3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
        <p:nvSpPr>
          <p:cNvPr id="2" name="Freeform 14"/>
          <p:cNvSpPr/>
          <p:nvPr userDrawn="1"/>
        </p:nvSpPr>
        <p:spPr bwMode="auto">
          <a:xfrm>
            <a:off x="-6351" y="4525434"/>
            <a:ext cx="12202584" cy="2360084"/>
          </a:xfrm>
          <a:custGeom>
            <a:avLst/>
            <a:gdLst>
              <a:gd name="T0" fmla="*/ 2147483647 w 5765"/>
              <a:gd name="T1" fmla="*/ 2147483647 h 1487"/>
              <a:gd name="T2" fmla="*/ 2147483647 w 5765"/>
              <a:gd name="T3" fmla="*/ 2147483647 h 1487"/>
              <a:gd name="T4" fmla="*/ 0 w 5765"/>
              <a:gd name="T5" fmla="*/ 2147483647 h 1487"/>
              <a:gd name="T6" fmla="*/ 2147483647 w 5765"/>
              <a:gd name="T7" fmla="*/ 2147483647 h 1487"/>
              <a:gd name="T8" fmla="*/ 2147483647 w 5765"/>
              <a:gd name="T9" fmla="*/ 0 h 1487"/>
              <a:gd name="T10" fmla="*/ 2147483647 w 5765"/>
              <a:gd name="T11" fmla="*/ 2147483647 h 1487"/>
              <a:gd name="T12" fmla="*/ 2147483647 w 5765"/>
              <a:gd name="T13" fmla="*/ 2147483647 h 14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5" h="1487">
                <a:moveTo>
                  <a:pt x="5763" y="1487"/>
                </a:moveTo>
                <a:lnTo>
                  <a:pt x="3" y="1487"/>
                </a:lnTo>
                <a:lnTo>
                  <a:pt x="0" y="362"/>
                </a:lnTo>
                <a:lnTo>
                  <a:pt x="1404" y="358"/>
                </a:lnTo>
                <a:lnTo>
                  <a:pt x="1762" y="0"/>
                </a:lnTo>
                <a:lnTo>
                  <a:pt x="5765" y="1"/>
                </a:lnTo>
                <a:lnTo>
                  <a:pt x="5763" y="1487"/>
                </a:ln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4" tIns="60957" rIns="121914" bIns="60957"/>
          <a:lstStyle/>
          <a:p>
            <a:pPr defTabSz="914400" fontAlgn="base">
              <a:spcBef>
                <a:spcPct val="0"/>
              </a:spcBef>
              <a:spcAft>
                <a:spcPct val="0"/>
              </a:spcAft>
            </a:pPr>
            <a:endParaRPr lang="zh-CN" altLang="en-US" sz="1800" dirty="0">
              <a:solidFill>
                <a:srgbClr val="000000"/>
              </a:solidFill>
              <a:latin typeface="微软雅黑" panose="020B0503020204020204" charset="-122"/>
              <a:ea typeface="宋体" panose="02010600030101010101" pitchFamily="2" charset="-122"/>
            </a:endParaRPr>
          </a:p>
        </p:txBody>
      </p:sp>
      <p:sp>
        <p:nvSpPr>
          <p:cNvPr id="4" name="Rectangle 11"/>
          <p:cNvSpPr>
            <a:spLocks noChangeArrowheads="1"/>
          </p:cNvSpPr>
          <p:nvPr userDrawn="1"/>
        </p:nvSpPr>
        <p:spPr bwMode="auto">
          <a:xfrm>
            <a:off x="4233" y="2796990"/>
            <a:ext cx="12192000" cy="1479549"/>
          </a:xfrm>
          <a:prstGeom prst="rect">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4" tIns="60957" rIns="121914" bIns="60957"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endParaRPr lang="zh-CN" altLang="en-US" sz="1800" dirty="0">
              <a:solidFill>
                <a:srgbClr val="000000"/>
              </a:solidFill>
              <a:latin typeface="微软雅黑" panose="020B0503020204020204" charset="-122"/>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5" name="AutoShape 6"/>
          <p:cNvSpPr>
            <a:spLocks noChangeArrowheads="1"/>
          </p:cNvSpPr>
          <p:nvPr userDrawn="1"/>
        </p:nvSpPr>
        <p:spPr bwMode="auto">
          <a:xfrm flipV="1">
            <a:off x="1" y="-2"/>
            <a:ext cx="751561" cy="684876"/>
          </a:xfrm>
          <a:prstGeom prst="rtTriangle">
            <a:avLst/>
          </a:prstGeom>
          <a:solidFill>
            <a:srgbClr val="0062AC"/>
          </a:solidFill>
          <a:ln w="9525">
            <a:noFill/>
            <a:miter lim="800000"/>
          </a:ln>
        </p:spPr>
        <p:txBody>
          <a:bodyPr wrap="none" anchor="ctr"/>
          <a:lstStyle/>
          <a:p>
            <a:pPr defTabSz="914400" fontAlgn="base">
              <a:spcBef>
                <a:spcPct val="0"/>
              </a:spcBef>
              <a:spcAft>
                <a:spcPct val="0"/>
              </a:spcAft>
              <a:defRPr/>
            </a:pPr>
            <a:endParaRPr kumimoji="1" lang="zh-CN" altLang="en-US" sz="3195">
              <a:solidFill>
                <a:srgbClr val="000000"/>
              </a:solidFill>
              <a:latin typeface="Times New Roman" panose="02020603050405020304" pitchFamily="18" charset="0"/>
            </a:endParaRPr>
          </a:p>
        </p:txBody>
      </p:sp>
      <p:sp>
        <p:nvSpPr>
          <p:cNvPr id="6" name="Rectangle 7"/>
          <p:cNvSpPr>
            <a:spLocks noChangeArrowheads="1"/>
          </p:cNvSpPr>
          <p:nvPr userDrawn="1"/>
        </p:nvSpPr>
        <p:spPr bwMode="auto">
          <a:xfrm>
            <a:off x="-50104" y="12526"/>
            <a:ext cx="638825" cy="248087"/>
          </a:xfrm>
          <a:prstGeom prst="rect">
            <a:avLst/>
          </a:prstGeom>
          <a:noFill/>
          <a:ln w="9525">
            <a:noFill/>
            <a:miter lim="800000"/>
          </a:ln>
        </p:spPr>
        <p:txBody>
          <a:bodyPr/>
          <a:lstStyle/>
          <a:p>
            <a:pPr algn="ctr" defTabSz="914400" fontAlgn="base">
              <a:spcBef>
                <a:spcPct val="0"/>
              </a:spcBef>
              <a:spcAft>
                <a:spcPct val="0"/>
              </a:spcAft>
              <a:defRPr/>
            </a:pPr>
            <a:fld id="{FF961BBF-C8F1-4CC5-A43E-F283170BB750}" type="slidenum">
              <a:rPr lang="en-US" altLang="zh-CN" sz="1400" b="1">
                <a:solidFill>
                  <a:srgbClr val="FFFFFF"/>
                </a:solidFill>
                <a:latin typeface="微软雅黑" panose="020B0503020204020204" charset="-122"/>
                <a:ea typeface="微软雅黑" panose="020B0503020204020204" charset="-122"/>
              </a:rPr>
            </a:fld>
            <a:endParaRPr lang="en-US" altLang="zh-CN" sz="1400" b="1" dirty="0">
              <a:solidFill>
                <a:srgbClr val="FFFFFF"/>
              </a:solidFill>
              <a:latin typeface="微软雅黑" panose="020B0503020204020204" charset="-122"/>
              <a:ea typeface="微软雅黑" panose="020B0503020204020204" charset="-122"/>
            </a:endParaRPr>
          </a:p>
        </p:txBody>
      </p:sp>
      <p:pic>
        <p:nvPicPr>
          <p:cNvPr id="7" name="Picture 9" descr="新品牌"/>
          <p:cNvPicPr>
            <a:picLocks noChangeAspect="1" noChangeArrowheads="1"/>
          </p:cNvPicPr>
          <p:nvPr userDrawn="1"/>
        </p:nvPicPr>
        <p:blipFill>
          <a:blip r:embed="rId2" cstate="email"/>
          <a:srcRect/>
          <a:stretch>
            <a:fillRect/>
          </a:stretch>
        </p:blipFill>
        <p:spPr bwMode="auto">
          <a:xfrm>
            <a:off x="10068921" y="6496968"/>
            <a:ext cx="1970343" cy="361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空占位符">
    <p:spTree>
      <p:nvGrpSpPr>
        <p:cNvPr id="1" name=""/>
        <p:cNvGrpSpPr/>
        <p:nvPr/>
      </p:nvGrpSpPr>
      <p:grpSpPr>
        <a:xfrm>
          <a:off x="0" y="0"/>
          <a:ext cx="0" cy="0"/>
          <a:chOff x="0" y="0"/>
          <a:chExt cx="0" cy="0"/>
        </a:xfrm>
      </p:grpSpPr>
      <p:sp>
        <p:nvSpPr>
          <p:cNvPr id="2" name="标题 1"/>
          <p:cNvSpPr>
            <a:spLocks noGrp="1"/>
          </p:cNvSpPr>
          <p:nvPr>
            <p:ph type="title"/>
          </p:nvPr>
        </p:nvSpPr>
        <p:spPr>
          <a:xfrm>
            <a:off x="695400" y="0"/>
            <a:ext cx="10869546" cy="857419"/>
          </a:xfrm>
        </p:spPr>
        <p:txBody>
          <a:bodyPr/>
          <a:lstStyle/>
          <a:p>
            <a:r>
              <a:rPr lang="zh-CN" altLang="en-US" dirty="0"/>
              <a:t>单击此处编辑母版标题样式</a:t>
            </a:r>
            <a:endParaRPr lang="zh-CN" altLang="en-US" dirty="0"/>
          </a:p>
        </p:txBody>
      </p:sp>
      <p:sp>
        <p:nvSpPr>
          <p:cNvPr id="3" name="文本占位符 24"/>
          <p:cNvSpPr>
            <a:spLocks noGrp="1"/>
          </p:cNvSpPr>
          <p:nvPr>
            <p:ph type="body" sz="quarter" idx="11" hasCustomPrompt="1"/>
          </p:nvPr>
        </p:nvSpPr>
        <p:spPr>
          <a:xfrm>
            <a:off x="6707688" y="211979"/>
            <a:ext cx="4857258" cy="624634"/>
          </a:xfrm>
          <a:prstGeom prst="rect">
            <a:avLst/>
          </a:prstGeom>
        </p:spPr>
        <p:txBody>
          <a:bodyPr/>
          <a:lstStyle>
            <a:lvl1pPr marL="0" indent="0" algn="r">
              <a:buNone/>
              <a:defRPr sz="2000" b="1">
                <a:latin typeface="微软雅黑" panose="020B0503020204020204" charset="-122"/>
                <a:ea typeface="微软雅黑" panose="020B0503020204020204" charset="-122"/>
              </a:defRPr>
            </a:lvl1pPr>
          </a:lstStyle>
          <a:p>
            <a:pPr lvl="0"/>
            <a:r>
              <a:rPr lang="zh-CN" altLang="en-US" dirty="0"/>
              <a:t>小标题</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3_Title Only - No Background">
    <p:spTree>
      <p:nvGrpSpPr>
        <p:cNvPr id="1" name=""/>
        <p:cNvGrpSpPr/>
        <p:nvPr/>
      </p:nvGrpSpPr>
      <p:grpSpPr>
        <a:xfrm>
          <a:off x="0" y="0"/>
          <a:ext cx="0" cy="0"/>
          <a:chOff x="0" y="0"/>
          <a:chExt cx="0" cy="0"/>
        </a:xfrm>
      </p:grpSpPr>
      <p:sp>
        <p:nvSpPr>
          <p:cNvPr id="3" name="Rectangle 7"/>
          <p:cNvSpPr>
            <a:spLocks noChangeArrowheads="1"/>
          </p:cNvSpPr>
          <p:nvPr userDrawn="1"/>
        </p:nvSpPr>
        <p:spPr bwMode="invGray">
          <a:xfrm flipH="1">
            <a:off x="0" y="6502400"/>
            <a:ext cx="503369" cy="190500"/>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4" name="Rectangle 11"/>
          <p:cNvSpPr>
            <a:spLocks noChangeArrowheads="1"/>
          </p:cNvSpPr>
          <p:nvPr userDrawn="1"/>
        </p:nvSpPr>
        <p:spPr bwMode="gray">
          <a:xfrm flipH="1">
            <a:off x="458908" y="255589"/>
            <a:ext cx="11733092"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5" name="Rectangle 6"/>
          <p:cNvSpPr>
            <a:spLocks noChangeArrowheads="1"/>
          </p:cNvSpPr>
          <p:nvPr userDrawn="1"/>
        </p:nvSpPr>
        <p:spPr bwMode="invGray">
          <a:xfrm>
            <a:off x="100040" y="6518275"/>
            <a:ext cx="403330" cy="153988"/>
          </a:xfrm>
          <a:prstGeom prst="rect">
            <a:avLst/>
          </a:prstGeom>
          <a:solidFill>
            <a:srgbClr val="2A54A8"/>
          </a:solidFill>
          <a:ln w="9525">
            <a:solidFill>
              <a:srgbClr val="2A54A8"/>
            </a:solidFill>
            <a:miter lim="800000"/>
          </a:ln>
        </p:spPr>
        <p:txBody>
          <a:bodyPr wrap="none" lIns="121899" tIns="0" rIns="121899" bIns="0"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EC5CA0AF-A3A0-422E-B472-99D483C87D43}" type="slidenum">
              <a:rPr kumimoji="1" lang="en-US" altLang="zh-CN" sz="1000" b="1" i="0" u="none" strike="noStrike" kern="1200" cap="none" spc="0" normalizeH="0" baseline="0" noProof="0" smtClean="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rPr>
            </a:fld>
            <a:endParaRPr kumimoji="1"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6" name="Rectangle 11"/>
          <p:cNvSpPr>
            <a:spLocks noChangeArrowheads="1"/>
          </p:cNvSpPr>
          <p:nvPr userDrawn="1"/>
        </p:nvSpPr>
        <p:spPr bwMode="gray">
          <a:xfrm flipH="1">
            <a:off x="1" y="255589"/>
            <a:ext cx="250890"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21" name="Title 28"/>
          <p:cNvSpPr>
            <a:spLocks noGrp="1"/>
          </p:cNvSpPr>
          <p:nvPr>
            <p:ph type="title"/>
          </p:nvPr>
        </p:nvSpPr>
        <p:spPr bwMode="gray">
          <a:xfrm>
            <a:off x="545118" y="255907"/>
            <a:ext cx="10537440" cy="624291"/>
          </a:xfrm>
          <a:prstGeom prst="rect">
            <a:avLst/>
          </a:prstGeom>
        </p:spPr>
        <p:txBody>
          <a:bodyPr wrap="square" lIns="121899" tIns="60949" rIns="121899" bIns="60949" anchor="ctr" anchorCtr="0"/>
          <a:lstStyle>
            <a:lvl1pPr marL="0" algn="l" defTabSz="1219200" rtl="0" eaLnBrk="1" latinLnBrk="0" hangingPunct="1">
              <a:lnSpc>
                <a:spcPct val="100000"/>
              </a:lnSpc>
              <a:spcBef>
                <a:spcPct val="0"/>
              </a:spcBef>
              <a:buNone/>
              <a:tabLst>
                <a:tab pos="1218565" algn="l"/>
              </a:tabLst>
              <a:defRPr lang="en-US" sz="3000" b="1" kern="1200" cap="none" spc="0" baseline="0" dirty="0">
                <a:solidFill>
                  <a:schemeClr val="bg1"/>
                </a:solidFill>
                <a:latin typeface="微软雅黑" panose="020B0503020204020204" charset="-122"/>
                <a:ea typeface="微软雅黑" panose="020B0503020204020204" charset="-122"/>
                <a:cs typeface="Arial" panose="020B0604020202020204" pitchFamily="34" charset="0"/>
              </a:defRPr>
            </a:lvl1pPr>
          </a:lstStyle>
          <a:p>
            <a:r>
              <a:rPr lang="zh-CN" altLang="en-US"/>
              <a:t>单击此处编辑母版标题样式</a:t>
            </a:r>
            <a:endParaRPr lang="en-US" dirty="0"/>
          </a:p>
        </p:txBody>
      </p:sp>
      <p:sp>
        <p:nvSpPr>
          <p:cNvPr id="8" name="Footer Placeholder 9"/>
          <p:cNvSpPr>
            <a:spLocks noGrp="1"/>
          </p:cNvSpPr>
          <p:nvPr>
            <p:ph type="ftr" sz="quarter"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sz="1600" b="1" i="0" u="none" strike="noStrike" kern="120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mn-cs"/>
              </a:rPr>
              <a:t>2016InspurCONFIDENTIAL.Allrightsreserved.</a:t>
            </a:r>
            <a:endParaRPr kumimoji="1" lang="en-US" sz="1600" b="1" i="0" u="none" strike="noStrike" kern="120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空占位符">
    <p:spTree>
      <p:nvGrpSpPr>
        <p:cNvPr id="1" name=""/>
        <p:cNvGrpSpPr/>
        <p:nvPr/>
      </p:nvGrpSpPr>
      <p:grpSpPr>
        <a:xfrm>
          <a:off x="0" y="0"/>
          <a:ext cx="0" cy="0"/>
          <a:chOff x="0" y="0"/>
          <a:chExt cx="0" cy="0"/>
        </a:xfrm>
      </p:grpSpPr>
      <p:sp>
        <p:nvSpPr>
          <p:cNvPr id="2" name="标题 1"/>
          <p:cNvSpPr>
            <a:spLocks noGrp="1"/>
          </p:cNvSpPr>
          <p:nvPr>
            <p:ph type="title"/>
          </p:nvPr>
        </p:nvSpPr>
        <p:spPr>
          <a:xfrm>
            <a:off x="695400" y="0"/>
            <a:ext cx="10869546" cy="857419"/>
          </a:xfrm>
        </p:spPr>
        <p:txBody>
          <a:bodyPr/>
          <a:lstStyle/>
          <a:p>
            <a:r>
              <a:rPr lang="zh-CN" altLang="en-US" dirty="0"/>
              <a:t>单击此处编辑母版标题样式</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spTree>
      <p:nvGrpSpPr>
        <p:cNvPr id="1" name=""/>
        <p:cNvGrpSpPr/>
        <p:nvPr/>
      </p:nvGrpSpPr>
      <p:grpSpPr>
        <a:xfrm>
          <a:off x="0" y="0"/>
          <a:ext cx="0" cy="0"/>
          <a:chOff x="0" y="0"/>
          <a:chExt cx="0" cy="0"/>
        </a:xfrm>
      </p:grpSpPr>
      <p:pic>
        <p:nvPicPr>
          <p:cNvPr id="3" name="Picture 9" descr="新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574369" y="5278968"/>
            <a:ext cx="5378451" cy="982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1"/>
          <p:cNvSpPr>
            <a:spLocks noChangeArrowheads="1"/>
          </p:cNvSpPr>
          <p:nvPr userDrawn="1"/>
        </p:nvSpPr>
        <p:spPr bwMode="auto">
          <a:xfrm>
            <a:off x="0" y="0"/>
            <a:ext cx="12192000" cy="1051984"/>
          </a:xfrm>
          <a:prstGeom prst="rect">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09" tIns="60954" rIns="121909" bIns="60954"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dirty="0">
              <a:solidFill>
                <a:srgbClr val="000000"/>
              </a:solidFill>
              <a:latin typeface="微软雅黑" panose="020B0503020204020204" charset="-122"/>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
          <p:cNvSpPr/>
          <p:nvPr userDrawn="1"/>
        </p:nvSpPr>
        <p:spPr>
          <a:xfrm>
            <a:off x="8720919" y="5950425"/>
            <a:ext cx="3471081" cy="90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rgbClr val="FFFFFF"/>
              </a:solidFill>
            </a:endParaRPr>
          </a:p>
        </p:txBody>
      </p:sp>
      <p:pic>
        <p:nvPicPr>
          <p:cNvPr id="3" name="Picture 8" descr="新品牌"/>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69165" y="6513534"/>
            <a:ext cx="1888887" cy="3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a:spLocks noGrp="1"/>
          </p:cNvSpPr>
          <p:nvPr>
            <p:ph type="title"/>
          </p:nvPr>
        </p:nvSpPr>
        <p:spPr>
          <a:xfrm>
            <a:off x="925735" y="0"/>
            <a:ext cx="10670116" cy="1143000"/>
          </a:xfrm>
          <a:prstGeom prst="rect">
            <a:avLst/>
          </a:prstGeom>
        </p:spPr>
        <p:txBody>
          <a:bodyPr anchor="ctr"/>
          <a:lstStyle>
            <a:lvl1pPr>
              <a:defRPr sz="2800">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50073" y="0"/>
            <a:ext cx="10670116" cy="776614"/>
          </a:xfrm>
          <a:prstGeom prst="rect">
            <a:avLst/>
          </a:prstGeom>
        </p:spPr>
        <p:txBody>
          <a:bodyPr anchor="ctr"/>
          <a:lstStyle>
            <a:lvl1pPr>
              <a:defRPr sz="2800">
                <a:solidFill>
                  <a:schemeClr val="tx1"/>
                </a:solidFill>
                <a:latin typeface="微软雅黑" panose="020B0503020204020204" charset="-122"/>
                <a:ea typeface="微软雅黑" panose="020B0503020204020204"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1050073" y="977030"/>
            <a:ext cx="10534452" cy="4972923"/>
          </a:xfrm>
          <a:prstGeom prst="rect">
            <a:avLst/>
          </a:prstGeom>
        </p:spPr>
        <p:txBody>
          <a:bodyPr/>
          <a:lstStyle>
            <a:lvl1pPr marL="263525" indent="-263525">
              <a:buClr>
                <a:schemeClr val="tx1"/>
              </a:buClr>
              <a:buFont typeface="Wingdings" panose="05000000000000000000" pitchFamily="2" charset="2"/>
              <a:buChar char="n"/>
              <a:defRPr sz="2000" b="1">
                <a:latin typeface="微软雅黑" panose="020B0503020204020204" charset="-122"/>
                <a:ea typeface="微软雅黑" panose="020B0503020204020204" charset="-122"/>
              </a:defRPr>
            </a:lvl1pPr>
            <a:lvl2pPr marL="538480" indent="-274955">
              <a:buClr>
                <a:schemeClr val="tx1"/>
              </a:buClr>
              <a:buFont typeface="Wingdings" panose="05000000000000000000" pitchFamily="2" charset="2"/>
              <a:buChar char="ü"/>
              <a:defRPr sz="1800">
                <a:latin typeface="微软雅黑" panose="020B0503020204020204" charset="-122"/>
                <a:ea typeface="微软雅黑" panose="020B0503020204020204" charset="-122"/>
              </a:defRPr>
            </a:lvl2pPr>
            <a:lvl3pPr marL="802005" indent="-263525">
              <a:buFont typeface="Arial" panose="020B0604020202020204" pitchFamily="34" charset="0"/>
              <a:buChar char="•"/>
              <a:defRPr sz="1600">
                <a:latin typeface="微软雅黑" panose="020B0503020204020204" charset="-122"/>
                <a:ea typeface="微软雅黑" panose="020B0503020204020204" charset="-122"/>
              </a:defRPr>
            </a:lvl3pPr>
            <a:lvl4pPr marL="989330" indent="-187325">
              <a:buFont typeface="微软雅黑" panose="020B0503020204020204" charset="-122"/>
              <a:buChar char="−"/>
              <a:defRPr sz="1400">
                <a:latin typeface="微软雅黑" panose="020B0503020204020204" charset="-122"/>
                <a:ea typeface="微软雅黑" panose="020B0503020204020204" charset="-122"/>
              </a:defRPr>
            </a:lvl4pPr>
            <a:lvl5pPr marL="2792095" indent="-353695">
              <a:buFont typeface="Wingdings" panose="05000000000000000000" pitchFamily="2" charset="2"/>
              <a:buChar char="l"/>
              <a:defRPr sz="2000">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pic>
        <p:nvPicPr>
          <p:cNvPr id="6" name="Picture 8" descr="新品牌"/>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206743" y="6513534"/>
            <a:ext cx="1888887" cy="3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
        <p:nvSpPr>
          <p:cNvPr id="2" name="Freeform 14"/>
          <p:cNvSpPr/>
          <p:nvPr userDrawn="1"/>
        </p:nvSpPr>
        <p:spPr bwMode="auto">
          <a:xfrm>
            <a:off x="-6351" y="4525434"/>
            <a:ext cx="12202584" cy="2360084"/>
          </a:xfrm>
          <a:custGeom>
            <a:avLst/>
            <a:gdLst>
              <a:gd name="T0" fmla="*/ 2147483647 w 5765"/>
              <a:gd name="T1" fmla="*/ 2147483647 h 1487"/>
              <a:gd name="T2" fmla="*/ 2147483647 w 5765"/>
              <a:gd name="T3" fmla="*/ 2147483647 h 1487"/>
              <a:gd name="T4" fmla="*/ 0 w 5765"/>
              <a:gd name="T5" fmla="*/ 2147483647 h 1487"/>
              <a:gd name="T6" fmla="*/ 2147483647 w 5765"/>
              <a:gd name="T7" fmla="*/ 2147483647 h 1487"/>
              <a:gd name="T8" fmla="*/ 2147483647 w 5765"/>
              <a:gd name="T9" fmla="*/ 0 h 1487"/>
              <a:gd name="T10" fmla="*/ 2147483647 w 5765"/>
              <a:gd name="T11" fmla="*/ 2147483647 h 1487"/>
              <a:gd name="T12" fmla="*/ 2147483647 w 5765"/>
              <a:gd name="T13" fmla="*/ 2147483647 h 14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5" h="1487">
                <a:moveTo>
                  <a:pt x="5763" y="1487"/>
                </a:moveTo>
                <a:lnTo>
                  <a:pt x="3" y="1487"/>
                </a:lnTo>
                <a:lnTo>
                  <a:pt x="0" y="362"/>
                </a:lnTo>
                <a:lnTo>
                  <a:pt x="1404" y="358"/>
                </a:lnTo>
                <a:lnTo>
                  <a:pt x="1762" y="0"/>
                </a:lnTo>
                <a:lnTo>
                  <a:pt x="5765" y="1"/>
                </a:lnTo>
                <a:lnTo>
                  <a:pt x="5763" y="1487"/>
                </a:ln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4" tIns="60957" rIns="121914" bIns="60957"/>
          <a:lstStyle/>
          <a:p>
            <a:pPr defTabSz="914400" fontAlgn="base">
              <a:spcBef>
                <a:spcPct val="0"/>
              </a:spcBef>
              <a:spcAft>
                <a:spcPct val="0"/>
              </a:spcAft>
            </a:pPr>
            <a:endParaRPr lang="zh-CN" altLang="en-US" sz="1800" dirty="0">
              <a:solidFill>
                <a:srgbClr val="000000"/>
              </a:solidFill>
              <a:latin typeface="微软雅黑" panose="020B0503020204020204" charset="-122"/>
              <a:ea typeface="宋体" panose="02010600030101010101" pitchFamily="2" charset="-122"/>
            </a:endParaRPr>
          </a:p>
        </p:txBody>
      </p:sp>
      <p:sp>
        <p:nvSpPr>
          <p:cNvPr id="4" name="Rectangle 11"/>
          <p:cNvSpPr>
            <a:spLocks noChangeArrowheads="1"/>
          </p:cNvSpPr>
          <p:nvPr userDrawn="1"/>
        </p:nvSpPr>
        <p:spPr bwMode="auto">
          <a:xfrm>
            <a:off x="4233" y="2796990"/>
            <a:ext cx="12192000" cy="1479549"/>
          </a:xfrm>
          <a:prstGeom prst="rect">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4" tIns="60957" rIns="121914" bIns="60957"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endParaRPr lang="zh-CN" altLang="en-US" sz="1800" dirty="0">
              <a:solidFill>
                <a:srgbClr val="000000"/>
              </a:solidFill>
              <a:latin typeface="微软雅黑" panose="020B0503020204020204" charset="-122"/>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5" name="AutoShape 6"/>
          <p:cNvSpPr>
            <a:spLocks noChangeArrowheads="1"/>
          </p:cNvSpPr>
          <p:nvPr userDrawn="1"/>
        </p:nvSpPr>
        <p:spPr bwMode="auto">
          <a:xfrm flipV="1">
            <a:off x="1" y="-2"/>
            <a:ext cx="751561" cy="684876"/>
          </a:xfrm>
          <a:prstGeom prst="rtTriangle">
            <a:avLst/>
          </a:prstGeom>
          <a:solidFill>
            <a:srgbClr val="0062AC"/>
          </a:solidFill>
          <a:ln w="9525">
            <a:noFill/>
            <a:miter lim="800000"/>
          </a:ln>
        </p:spPr>
        <p:txBody>
          <a:bodyPr wrap="none" anchor="ctr"/>
          <a:lstStyle/>
          <a:p>
            <a:pPr defTabSz="914400" fontAlgn="base">
              <a:spcBef>
                <a:spcPct val="0"/>
              </a:spcBef>
              <a:spcAft>
                <a:spcPct val="0"/>
              </a:spcAft>
              <a:defRPr/>
            </a:pPr>
            <a:endParaRPr kumimoji="1" lang="zh-CN" altLang="en-US" sz="3195">
              <a:solidFill>
                <a:srgbClr val="000000"/>
              </a:solidFill>
              <a:latin typeface="Times New Roman" panose="02020603050405020304" pitchFamily="18" charset="0"/>
            </a:endParaRPr>
          </a:p>
        </p:txBody>
      </p:sp>
      <p:sp>
        <p:nvSpPr>
          <p:cNvPr id="6" name="Rectangle 7"/>
          <p:cNvSpPr>
            <a:spLocks noChangeArrowheads="1"/>
          </p:cNvSpPr>
          <p:nvPr userDrawn="1"/>
        </p:nvSpPr>
        <p:spPr bwMode="auto">
          <a:xfrm>
            <a:off x="-50104" y="12526"/>
            <a:ext cx="638825" cy="248087"/>
          </a:xfrm>
          <a:prstGeom prst="rect">
            <a:avLst/>
          </a:prstGeom>
          <a:noFill/>
          <a:ln w="9525">
            <a:noFill/>
            <a:miter lim="800000"/>
          </a:ln>
        </p:spPr>
        <p:txBody>
          <a:bodyPr/>
          <a:lstStyle/>
          <a:p>
            <a:pPr algn="ctr" defTabSz="914400" fontAlgn="base">
              <a:spcBef>
                <a:spcPct val="0"/>
              </a:spcBef>
              <a:spcAft>
                <a:spcPct val="0"/>
              </a:spcAft>
              <a:defRPr/>
            </a:pPr>
            <a:fld id="{FF961BBF-C8F1-4CC5-A43E-F283170BB750}" type="slidenum">
              <a:rPr lang="en-US" altLang="zh-CN" sz="1400" b="1">
                <a:solidFill>
                  <a:srgbClr val="FFFFFF"/>
                </a:solidFill>
                <a:latin typeface="微软雅黑" panose="020B0503020204020204" charset="-122"/>
                <a:ea typeface="微软雅黑" panose="020B0503020204020204" charset="-122"/>
              </a:rPr>
            </a:fld>
            <a:endParaRPr lang="en-US" altLang="zh-CN" sz="1400" b="1" dirty="0">
              <a:solidFill>
                <a:srgbClr val="FFFFFF"/>
              </a:solidFill>
              <a:latin typeface="微软雅黑" panose="020B0503020204020204" charset="-122"/>
              <a:ea typeface="微软雅黑" panose="020B0503020204020204" charset="-122"/>
            </a:endParaRPr>
          </a:p>
        </p:txBody>
      </p:sp>
      <p:pic>
        <p:nvPicPr>
          <p:cNvPr id="7" name="Picture 9" descr="新品牌"/>
          <p:cNvPicPr>
            <a:picLocks noChangeAspect="1" noChangeArrowheads="1"/>
          </p:cNvPicPr>
          <p:nvPr userDrawn="1"/>
        </p:nvPicPr>
        <p:blipFill>
          <a:blip r:embed="rId2" cstate="email"/>
          <a:srcRect/>
          <a:stretch>
            <a:fillRect/>
          </a:stretch>
        </p:blipFill>
        <p:spPr bwMode="auto">
          <a:xfrm>
            <a:off x="10068921" y="6496968"/>
            <a:ext cx="1970343" cy="361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空占位符">
    <p:spTree>
      <p:nvGrpSpPr>
        <p:cNvPr id="1" name=""/>
        <p:cNvGrpSpPr/>
        <p:nvPr/>
      </p:nvGrpSpPr>
      <p:grpSpPr>
        <a:xfrm>
          <a:off x="0" y="0"/>
          <a:ext cx="0" cy="0"/>
          <a:chOff x="0" y="0"/>
          <a:chExt cx="0" cy="0"/>
        </a:xfrm>
      </p:grpSpPr>
      <p:sp>
        <p:nvSpPr>
          <p:cNvPr id="2" name="标题 1"/>
          <p:cNvSpPr>
            <a:spLocks noGrp="1"/>
          </p:cNvSpPr>
          <p:nvPr>
            <p:ph type="title"/>
          </p:nvPr>
        </p:nvSpPr>
        <p:spPr>
          <a:xfrm>
            <a:off x="695400" y="0"/>
            <a:ext cx="10869546" cy="857419"/>
          </a:xfrm>
        </p:spPr>
        <p:txBody>
          <a:bodyPr/>
          <a:lstStyle/>
          <a:p>
            <a:r>
              <a:rPr lang="zh-CN" altLang="en-US" dirty="0"/>
              <a:t>单击此处编辑母版标题样式</a:t>
            </a:r>
            <a:endParaRPr lang="zh-CN" altLang="en-US" dirty="0"/>
          </a:p>
        </p:txBody>
      </p:sp>
      <p:sp>
        <p:nvSpPr>
          <p:cNvPr id="3" name="文本占位符 24"/>
          <p:cNvSpPr>
            <a:spLocks noGrp="1"/>
          </p:cNvSpPr>
          <p:nvPr>
            <p:ph type="body" sz="quarter" idx="11" hasCustomPrompt="1"/>
          </p:nvPr>
        </p:nvSpPr>
        <p:spPr>
          <a:xfrm>
            <a:off x="6707688" y="211979"/>
            <a:ext cx="4857258" cy="624634"/>
          </a:xfrm>
          <a:prstGeom prst="rect">
            <a:avLst/>
          </a:prstGeom>
        </p:spPr>
        <p:txBody>
          <a:bodyPr/>
          <a:lstStyle>
            <a:lvl1pPr marL="0" indent="0" algn="r">
              <a:buNone/>
              <a:defRPr sz="2000" b="1">
                <a:latin typeface="微软雅黑" panose="020B0503020204020204" charset="-122"/>
                <a:ea typeface="微软雅黑" panose="020B0503020204020204" charset="-122"/>
              </a:defRPr>
            </a:lvl1pPr>
          </a:lstStyle>
          <a:p>
            <a:pPr lvl="0"/>
            <a:r>
              <a:rPr lang="zh-CN" altLang="en-US" dirty="0"/>
              <a:t>小标题</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3_Title Only - No Background">
    <p:spTree>
      <p:nvGrpSpPr>
        <p:cNvPr id="1" name=""/>
        <p:cNvGrpSpPr/>
        <p:nvPr/>
      </p:nvGrpSpPr>
      <p:grpSpPr>
        <a:xfrm>
          <a:off x="0" y="0"/>
          <a:ext cx="0" cy="0"/>
          <a:chOff x="0" y="0"/>
          <a:chExt cx="0" cy="0"/>
        </a:xfrm>
      </p:grpSpPr>
      <p:sp>
        <p:nvSpPr>
          <p:cNvPr id="3" name="Rectangle 7"/>
          <p:cNvSpPr>
            <a:spLocks noChangeArrowheads="1"/>
          </p:cNvSpPr>
          <p:nvPr userDrawn="1"/>
        </p:nvSpPr>
        <p:spPr bwMode="invGray">
          <a:xfrm flipH="1">
            <a:off x="0" y="6502400"/>
            <a:ext cx="503369" cy="190500"/>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4" name="Rectangle 11"/>
          <p:cNvSpPr>
            <a:spLocks noChangeArrowheads="1"/>
          </p:cNvSpPr>
          <p:nvPr userDrawn="1"/>
        </p:nvSpPr>
        <p:spPr bwMode="gray">
          <a:xfrm flipH="1">
            <a:off x="458908" y="255589"/>
            <a:ext cx="11733092"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5" name="Rectangle 6"/>
          <p:cNvSpPr>
            <a:spLocks noChangeArrowheads="1"/>
          </p:cNvSpPr>
          <p:nvPr userDrawn="1"/>
        </p:nvSpPr>
        <p:spPr bwMode="invGray">
          <a:xfrm>
            <a:off x="100040" y="6518275"/>
            <a:ext cx="403330" cy="153988"/>
          </a:xfrm>
          <a:prstGeom prst="rect">
            <a:avLst/>
          </a:prstGeom>
          <a:solidFill>
            <a:srgbClr val="2A54A8"/>
          </a:solidFill>
          <a:ln w="9525">
            <a:solidFill>
              <a:srgbClr val="2A54A8"/>
            </a:solidFill>
            <a:miter lim="800000"/>
          </a:ln>
        </p:spPr>
        <p:txBody>
          <a:bodyPr wrap="none" lIns="121899" tIns="0" rIns="121899" bIns="0"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EC5CA0AF-A3A0-422E-B472-99D483C87D43}" type="slidenum">
              <a:rPr kumimoji="1" lang="en-US" altLang="zh-CN" sz="1000" b="1" i="0" u="none" strike="noStrike" kern="1200" cap="none" spc="0" normalizeH="0" baseline="0" noProof="0" smtClean="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rPr>
            </a:fld>
            <a:endParaRPr kumimoji="1"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6" name="Rectangle 11"/>
          <p:cNvSpPr>
            <a:spLocks noChangeArrowheads="1"/>
          </p:cNvSpPr>
          <p:nvPr userDrawn="1"/>
        </p:nvSpPr>
        <p:spPr bwMode="gray">
          <a:xfrm flipH="1">
            <a:off x="1" y="255589"/>
            <a:ext cx="250890"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21" name="Title 28"/>
          <p:cNvSpPr>
            <a:spLocks noGrp="1"/>
          </p:cNvSpPr>
          <p:nvPr>
            <p:ph type="title"/>
          </p:nvPr>
        </p:nvSpPr>
        <p:spPr bwMode="gray">
          <a:xfrm>
            <a:off x="545118" y="255907"/>
            <a:ext cx="10537440" cy="624291"/>
          </a:xfrm>
          <a:prstGeom prst="rect">
            <a:avLst/>
          </a:prstGeom>
        </p:spPr>
        <p:txBody>
          <a:bodyPr wrap="square" lIns="121899" tIns="60949" rIns="121899" bIns="60949" anchor="ctr" anchorCtr="0"/>
          <a:lstStyle>
            <a:lvl1pPr marL="0" algn="l" defTabSz="1219200" rtl="0" eaLnBrk="1" latinLnBrk="0" hangingPunct="1">
              <a:lnSpc>
                <a:spcPct val="100000"/>
              </a:lnSpc>
              <a:spcBef>
                <a:spcPct val="0"/>
              </a:spcBef>
              <a:buNone/>
              <a:tabLst>
                <a:tab pos="1218565" algn="l"/>
              </a:tabLst>
              <a:defRPr lang="en-US" sz="3000" b="1" kern="1200" cap="none" spc="0" baseline="0" dirty="0">
                <a:solidFill>
                  <a:schemeClr val="bg1"/>
                </a:solidFill>
                <a:latin typeface="微软雅黑" panose="020B0503020204020204" charset="-122"/>
                <a:ea typeface="微软雅黑" panose="020B0503020204020204" charset="-122"/>
                <a:cs typeface="Arial" panose="020B0604020202020204" pitchFamily="34" charset="0"/>
              </a:defRPr>
            </a:lvl1pPr>
          </a:lstStyle>
          <a:p>
            <a:r>
              <a:rPr lang="zh-CN" altLang="en-US"/>
              <a:t>单击此处编辑母版标题样式</a:t>
            </a:r>
            <a:endParaRPr lang="en-US" dirty="0"/>
          </a:p>
        </p:txBody>
      </p:sp>
      <p:sp>
        <p:nvSpPr>
          <p:cNvPr id="8" name="Footer Placeholder 9"/>
          <p:cNvSpPr>
            <a:spLocks noGrp="1"/>
          </p:cNvSpPr>
          <p:nvPr>
            <p:ph type="ftr" sz="quarter"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sz="1600" b="1" i="0" u="none" strike="noStrike" kern="120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mn-cs"/>
              </a:rPr>
              <a:t>2016InspurCONFIDENTIAL.Allrightsreserved.</a:t>
            </a:r>
            <a:endParaRPr kumimoji="1" lang="en-US" sz="1600" b="1" i="0" u="none" strike="noStrike" kern="120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空占位符">
    <p:spTree>
      <p:nvGrpSpPr>
        <p:cNvPr id="1" name=""/>
        <p:cNvGrpSpPr/>
        <p:nvPr/>
      </p:nvGrpSpPr>
      <p:grpSpPr>
        <a:xfrm>
          <a:off x="0" y="0"/>
          <a:ext cx="0" cy="0"/>
          <a:chOff x="0" y="0"/>
          <a:chExt cx="0" cy="0"/>
        </a:xfrm>
      </p:grpSpPr>
      <p:sp>
        <p:nvSpPr>
          <p:cNvPr id="2" name="标题 1"/>
          <p:cNvSpPr>
            <a:spLocks noGrp="1"/>
          </p:cNvSpPr>
          <p:nvPr>
            <p:ph type="title"/>
          </p:nvPr>
        </p:nvSpPr>
        <p:spPr>
          <a:xfrm>
            <a:off x="695400" y="0"/>
            <a:ext cx="10869546" cy="857419"/>
          </a:xfrm>
        </p:spPr>
        <p:txBody>
          <a:bodyPr/>
          <a:lstStyle/>
          <a:p>
            <a:r>
              <a:rPr lang="zh-CN" altLang="en-US" dirty="0"/>
              <a:t>单击此处编辑母版标题样式</a:t>
            </a:r>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spTree>
      <p:nvGrpSpPr>
        <p:cNvPr id="1" name=""/>
        <p:cNvGrpSpPr/>
        <p:nvPr/>
      </p:nvGrpSpPr>
      <p:grpSpPr>
        <a:xfrm>
          <a:off x="0" y="0"/>
          <a:ext cx="0" cy="0"/>
          <a:chOff x="0" y="0"/>
          <a:chExt cx="0" cy="0"/>
        </a:xfrm>
      </p:grpSpPr>
      <p:pic>
        <p:nvPicPr>
          <p:cNvPr id="3" name="Picture 9" descr="新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574369" y="5278968"/>
            <a:ext cx="5378451" cy="982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1"/>
          <p:cNvSpPr>
            <a:spLocks noChangeArrowheads="1"/>
          </p:cNvSpPr>
          <p:nvPr userDrawn="1"/>
        </p:nvSpPr>
        <p:spPr bwMode="auto">
          <a:xfrm>
            <a:off x="0" y="0"/>
            <a:ext cx="12192000" cy="1051984"/>
          </a:xfrm>
          <a:prstGeom prst="rect">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09" tIns="60954" rIns="121909" bIns="60954"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dirty="0">
              <a:solidFill>
                <a:srgbClr val="000000"/>
              </a:solidFill>
              <a:latin typeface="微软雅黑" panose="020B0503020204020204" charset="-122"/>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
          <p:cNvSpPr/>
          <p:nvPr userDrawn="1"/>
        </p:nvSpPr>
        <p:spPr>
          <a:xfrm>
            <a:off x="8720919" y="5950425"/>
            <a:ext cx="3471081" cy="90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rgbClr val="FFFFFF"/>
              </a:solidFill>
            </a:endParaRPr>
          </a:p>
        </p:txBody>
      </p:sp>
      <p:pic>
        <p:nvPicPr>
          <p:cNvPr id="3" name="Picture 8" descr="新品牌"/>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69165" y="6513534"/>
            <a:ext cx="1888887" cy="3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a:spLocks noGrp="1"/>
          </p:cNvSpPr>
          <p:nvPr>
            <p:ph type="title"/>
          </p:nvPr>
        </p:nvSpPr>
        <p:spPr>
          <a:xfrm>
            <a:off x="925735" y="0"/>
            <a:ext cx="10670116" cy="1143000"/>
          </a:xfrm>
          <a:prstGeom prst="rect">
            <a:avLst/>
          </a:prstGeom>
        </p:spPr>
        <p:txBody>
          <a:bodyPr anchor="ctr"/>
          <a:lstStyle>
            <a:lvl1pPr>
              <a:defRPr sz="2800">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50073" y="0"/>
            <a:ext cx="10670116" cy="776614"/>
          </a:xfrm>
          <a:prstGeom prst="rect">
            <a:avLst/>
          </a:prstGeom>
        </p:spPr>
        <p:txBody>
          <a:bodyPr anchor="ctr"/>
          <a:lstStyle>
            <a:lvl1pPr>
              <a:defRPr sz="2800">
                <a:solidFill>
                  <a:schemeClr val="tx1"/>
                </a:solidFill>
                <a:latin typeface="微软雅黑" panose="020B0503020204020204" charset="-122"/>
                <a:ea typeface="微软雅黑" panose="020B0503020204020204"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1050073" y="977030"/>
            <a:ext cx="10534452" cy="4972923"/>
          </a:xfrm>
          <a:prstGeom prst="rect">
            <a:avLst/>
          </a:prstGeom>
        </p:spPr>
        <p:txBody>
          <a:bodyPr/>
          <a:lstStyle>
            <a:lvl1pPr marL="263525" indent="-263525">
              <a:buClr>
                <a:schemeClr val="tx1"/>
              </a:buClr>
              <a:buFont typeface="Wingdings" panose="05000000000000000000" pitchFamily="2" charset="2"/>
              <a:buChar char="n"/>
              <a:defRPr sz="2000" b="1">
                <a:latin typeface="微软雅黑" panose="020B0503020204020204" charset="-122"/>
                <a:ea typeface="微软雅黑" panose="020B0503020204020204" charset="-122"/>
              </a:defRPr>
            </a:lvl1pPr>
            <a:lvl2pPr marL="538480" indent="-274955">
              <a:buClr>
                <a:schemeClr val="tx1"/>
              </a:buClr>
              <a:buFont typeface="Wingdings" panose="05000000000000000000" pitchFamily="2" charset="2"/>
              <a:buChar char="ü"/>
              <a:defRPr sz="1800">
                <a:latin typeface="微软雅黑" panose="020B0503020204020204" charset="-122"/>
                <a:ea typeface="微软雅黑" panose="020B0503020204020204" charset="-122"/>
              </a:defRPr>
            </a:lvl2pPr>
            <a:lvl3pPr marL="802005" indent="-263525">
              <a:buFont typeface="Arial" panose="020B0604020202020204" pitchFamily="34" charset="0"/>
              <a:buChar char="•"/>
              <a:defRPr sz="1600">
                <a:latin typeface="微软雅黑" panose="020B0503020204020204" charset="-122"/>
                <a:ea typeface="微软雅黑" panose="020B0503020204020204" charset="-122"/>
              </a:defRPr>
            </a:lvl3pPr>
            <a:lvl4pPr marL="989330" indent="-187325">
              <a:buFont typeface="微软雅黑" panose="020B0503020204020204" charset="-122"/>
              <a:buChar char="−"/>
              <a:defRPr sz="1400">
                <a:latin typeface="微软雅黑" panose="020B0503020204020204" charset="-122"/>
                <a:ea typeface="微软雅黑" panose="020B0503020204020204" charset="-122"/>
              </a:defRPr>
            </a:lvl4pPr>
            <a:lvl5pPr marL="2792095" indent="-353695">
              <a:buFont typeface="Wingdings" panose="05000000000000000000" pitchFamily="2" charset="2"/>
              <a:buChar char="l"/>
              <a:defRPr sz="2000">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pic>
        <p:nvPicPr>
          <p:cNvPr id="6" name="Picture 8" descr="新品牌"/>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206743" y="6513534"/>
            <a:ext cx="1888887" cy="3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
        <p:nvSpPr>
          <p:cNvPr id="2" name="Freeform 14"/>
          <p:cNvSpPr/>
          <p:nvPr userDrawn="1"/>
        </p:nvSpPr>
        <p:spPr bwMode="auto">
          <a:xfrm>
            <a:off x="-6351" y="4525434"/>
            <a:ext cx="12202584" cy="2360084"/>
          </a:xfrm>
          <a:custGeom>
            <a:avLst/>
            <a:gdLst>
              <a:gd name="T0" fmla="*/ 2147483647 w 5765"/>
              <a:gd name="T1" fmla="*/ 2147483647 h 1487"/>
              <a:gd name="T2" fmla="*/ 2147483647 w 5765"/>
              <a:gd name="T3" fmla="*/ 2147483647 h 1487"/>
              <a:gd name="T4" fmla="*/ 0 w 5765"/>
              <a:gd name="T5" fmla="*/ 2147483647 h 1487"/>
              <a:gd name="T6" fmla="*/ 2147483647 w 5765"/>
              <a:gd name="T7" fmla="*/ 2147483647 h 1487"/>
              <a:gd name="T8" fmla="*/ 2147483647 w 5765"/>
              <a:gd name="T9" fmla="*/ 0 h 1487"/>
              <a:gd name="T10" fmla="*/ 2147483647 w 5765"/>
              <a:gd name="T11" fmla="*/ 2147483647 h 1487"/>
              <a:gd name="T12" fmla="*/ 2147483647 w 5765"/>
              <a:gd name="T13" fmla="*/ 2147483647 h 14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5" h="1487">
                <a:moveTo>
                  <a:pt x="5763" y="1487"/>
                </a:moveTo>
                <a:lnTo>
                  <a:pt x="3" y="1487"/>
                </a:lnTo>
                <a:lnTo>
                  <a:pt x="0" y="362"/>
                </a:lnTo>
                <a:lnTo>
                  <a:pt x="1404" y="358"/>
                </a:lnTo>
                <a:lnTo>
                  <a:pt x="1762" y="0"/>
                </a:lnTo>
                <a:lnTo>
                  <a:pt x="5765" y="1"/>
                </a:lnTo>
                <a:lnTo>
                  <a:pt x="5763" y="1487"/>
                </a:ln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4" tIns="60957" rIns="121914" bIns="60957"/>
          <a:lstStyle/>
          <a:p>
            <a:pPr defTabSz="914400" fontAlgn="base">
              <a:spcBef>
                <a:spcPct val="0"/>
              </a:spcBef>
              <a:spcAft>
                <a:spcPct val="0"/>
              </a:spcAft>
            </a:pPr>
            <a:endParaRPr lang="zh-CN" altLang="en-US" sz="1800" dirty="0">
              <a:solidFill>
                <a:srgbClr val="000000"/>
              </a:solidFill>
              <a:latin typeface="微软雅黑" panose="020B0503020204020204" charset="-122"/>
              <a:ea typeface="宋体" panose="02010600030101010101" pitchFamily="2" charset="-122"/>
            </a:endParaRPr>
          </a:p>
        </p:txBody>
      </p:sp>
      <p:sp>
        <p:nvSpPr>
          <p:cNvPr id="4" name="Rectangle 11"/>
          <p:cNvSpPr>
            <a:spLocks noChangeArrowheads="1"/>
          </p:cNvSpPr>
          <p:nvPr userDrawn="1"/>
        </p:nvSpPr>
        <p:spPr bwMode="auto">
          <a:xfrm>
            <a:off x="4233" y="2796990"/>
            <a:ext cx="12192000" cy="1479549"/>
          </a:xfrm>
          <a:prstGeom prst="rect">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4" tIns="60957" rIns="121914" bIns="60957"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endParaRPr lang="zh-CN" altLang="en-US" sz="1800" dirty="0">
              <a:solidFill>
                <a:srgbClr val="000000"/>
              </a:solidFill>
              <a:latin typeface="微软雅黑" panose="020B0503020204020204" charset="-122"/>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5" name="AutoShape 6"/>
          <p:cNvSpPr>
            <a:spLocks noChangeArrowheads="1"/>
          </p:cNvSpPr>
          <p:nvPr userDrawn="1"/>
        </p:nvSpPr>
        <p:spPr bwMode="auto">
          <a:xfrm flipV="1">
            <a:off x="1" y="-2"/>
            <a:ext cx="751561" cy="684876"/>
          </a:xfrm>
          <a:prstGeom prst="rtTriangle">
            <a:avLst/>
          </a:prstGeom>
          <a:solidFill>
            <a:srgbClr val="0062AC"/>
          </a:solidFill>
          <a:ln w="9525">
            <a:noFill/>
            <a:miter lim="800000"/>
          </a:ln>
        </p:spPr>
        <p:txBody>
          <a:bodyPr wrap="none" anchor="ctr"/>
          <a:lstStyle/>
          <a:p>
            <a:pPr defTabSz="914400" fontAlgn="base">
              <a:spcBef>
                <a:spcPct val="0"/>
              </a:spcBef>
              <a:spcAft>
                <a:spcPct val="0"/>
              </a:spcAft>
              <a:defRPr/>
            </a:pPr>
            <a:endParaRPr kumimoji="1" lang="zh-CN" altLang="en-US" sz="3195">
              <a:solidFill>
                <a:srgbClr val="000000"/>
              </a:solidFill>
              <a:latin typeface="Times New Roman" panose="02020603050405020304" pitchFamily="18" charset="0"/>
            </a:endParaRPr>
          </a:p>
        </p:txBody>
      </p:sp>
      <p:sp>
        <p:nvSpPr>
          <p:cNvPr id="6" name="Rectangle 7"/>
          <p:cNvSpPr>
            <a:spLocks noChangeArrowheads="1"/>
          </p:cNvSpPr>
          <p:nvPr userDrawn="1"/>
        </p:nvSpPr>
        <p:spPr bwMode="auto">
          <a:xfrm>
            <a:off x="-50104" y="12526"/>
            <a:ext cx="638825" cy="248087"/>
          </a:xfrm>
          <a:prstGeom prst="rect">
            <a:avLst/>
          </a:prstGeom>
          <a:noFill/>
          <a:ln w="9525">
            <a:noFill/>
            <a:miter lim="800000"/>
          </a:ln>
        </p:spPr>
        <p:txBody>
          <a:bodyPr/>
          <a:lstStyle/>
          <a:p>
            <a:pPr algn="ctr" defTabSz="914400" fontAlgn="base">
              <a:spcBef>
                <a:spcPct val="0"/>
              </a:spcBef>
              <a:spcAft>
                <a:spcPct val="0"/>
              </a:spcAft>
              <a:defRPr/>
            </a:pPr>
            <a:fld id="{FF961BBF-C8F1-4CC5-A43E-F283170BB750}" type="slidenum">
              <a:rPr lang="en-US" altLang="zh-CN" sz="1400" b="1">
                <a:solidFill>
                  <a:srgbClr val="FFFFFF"/>
                </a:solidFill>
                <a:latin typeface="微软雅黑" panose="020B0503020204020204" charset="-122"/>
                <a:ea typeface="微软雅黑" panose="020B0503020204020204" charset="-122"/>
              </a:rPr>
            </a:fld>
            <a:endParaRPr lang="en-US" altLang="zh-CN" sz="1400" b="1" dirty="0">
              <a:solidFill>
                <a:srgbClr val="FFFFFF"/>
              </a:solidFill>
              <a:latin typeface="微软雅黑" panose="020B0503020204020204" charset="-122"/>
              <a:ea typeface="微软雅黑" panose="020B0503020204020204" charset="-122"/>
            </a:endParaRPr>
          </a:p>
        </p:txBody>
      </p:sp>
      <p:pic>
        <p:nvPicPr>
          <p:cNvPr id="7" name="Picture 9" descr="新品牌"/>
          <p:cNvPicPr>
            <a:picLocks noChangeAspect="1" noChangeArrowheads="1"/>
          </p:cNvPicPr>
          <p:nvPr userDrawn="1"/>
        </p:nvPicPr>
        <p:blipFill>
          <a:blip r:embed="rId2" cstate="email"/>
          <a:srcRect/>
          <a:stretch>
            <a:fillRect/>
          </a:stretch>
        </p:blipFill>
        <p:spPr bwMode="auto">
          <a:xfrm>
            <a:off x="10068921" y="6496968"/>
            <a:ext cx="1970343" cy="361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空占位符">
    <p:spTree>
      <p:nvGrpSpPr>
        <p:cNvPr id="1" name=""/>
        <p:cNvGrpSpPr/>
        <p:nvPr/>
      </p:nvGrpSpPr>
      <p:grpSpPr>
        <a:xfrm>
          <a:off x="0" y="0"/>
          <a:ext cx="0" cy="0"/>
          <a:chOff x="0" y="0"/>
          <a:chExt cx="0" cy="0"/>
        </a:xfrm>
      </p:grpSpPr>
      <p:sp>
        <p:nvSpPr>
          <p:cNvPr id="2" name="标题 1"/>
          <p:cNvSpPr>
            <a:spLocks noGrp="1"/>
          </p:cNvSpPr>
          <p:nvPr>
            <p:ph type="title"/>
          </p:nvPr>
        </p:nvSpPr>
        <p:spPr>
          <a:xfrm>
            <a:off x="695400" y="0"/>
            <a:ext cx="10869546" cy="857419"/>
          </a:xfrm>
        </p:spPr>
        <p:txBody>
          <a:bodyPr/>
          <a:lstStyle/>
          <a:p>
            <a:r>
              <a:rPr lang="zh-CN" altLang="en-US" dirty="0"/>
              <a:t>单击此处编辑母版标题样式</a:t>
            </a:r>
            <a:endParaRPr lang="zh-CN" altLang="en-US" dirty="0"/>
          </a:p>
        </p:txBody>
      </p:sp>
      <p:sp>
        <p:nvSpPr>
          <p:cNvPr id="3" name="文本占位符 24"/>
          <p:cNvSpPr>
            <a:spLocks noGrp="1"/>
          </p:cNvSpPr>
          <p:nvPr>
            <p:ph type="body" sz="quarter" idx="11" hasCustomPrompt="1"/>
          </p:nvPr>
        </p:nvSpPr>
        <p:spPr>
          <a:xfrm>
            <a:off x="6707688" y="211979"/>
            <a:ext cx="4857258" cy="624634"/>
          </a:xfrm>
          <a:prstGeom prst="rect">
            <a:avLst/>
          </a:prstGeom>
        </p:spPr>
        <p:txBody>
          <a:bodyPr/>
          <a:lstStyle>
            <a:lvl1pPr marL="0" indent="0" algn="r">
              <a:buNone/>
              <a:defRPr sz="2000" b="1">
                <a:latin typeface="微软雅黑" panose="020B0503020204020204" charset="-122"/>
                <a:ea typeface="微软雅黑" panose="020B0503020204020204" charset="-122"/>
              </a:defRPr>
            </a:lvl1pPr>
          </a:lstStyle>
          <a:p>
            <a:pPr lvl="0"/>
            <a:r>
              <a:rPr lang="zh-CN" altLang="en-US" dirty="0"/>
              <a:t>小标题</a:t>
            </a:r>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3_Title Only - No Background">
    <p:spTree>
      <p:nvGrpSpPr>
        <p:cNvPr id="1" name=""/>
        <p:cNvGrpSpPr/>
        <p:nvPr/>
      </p:nvGrpSpPr>
      <p:grpSpPr>
        <a:xfrm>
          <a:off x="0" y="0"/>
          <a:ext cx="0" cy="0"/>
          <a:chOff x="0" y="0"/>
          <a:chExt cx="0" cy="0"/>
        </a:xfrm>
      </p:grpSpPr>
      <p:sp>
        <p:nvSpPr>
          <p:cNvPr id="3" name="Rectangle 7"/>
          <p:cNvSpPr>
            <a:spLocks noChangeArrowheads="1"/>
          </p:cNvSpPr>
          <p:nvPr userDrawn="1"/>
        </p:nvSpPr>
        <p:spPr bwMode="invGray">
          <a:xfrm flipH="1">
            <a:off x="0" y="6502400"/>
            <a:ext cx="503369" cy="190500"/>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4" name="Rectangle 11"/>
          <p:cNvSpPr>
            <a:spLocks noChangeArrowheads="1"/>
          </p:cNvSpPr>
          <p:nvPr userDrawn="1"/>
        </p:nvSpPr>
        <p:spPr bwMode="gray">
          <a:xfrm flipH="1">
            <a:off x="458908" y="255589"/>
            <a:ext cx="11733092"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5" name="Rectangle 6"/>
          <p:cNvSpPr>
            <a:spLocks noChangeArrowheads="1"/>
          </p:cNvSpPr>
          <p:nvPr userDrawn="1"/>
        </p:nvSpPr>
        <p:spPr bwMode="invGray">
          <a:xfrm>
            <a:off x="100040" y="6518275"/>
            <a:ext cx="403330" cy="153988"/>
          </a:xfrm>
          <a:prstGeom prst="rect">
            <a:avLst/>
          </a:prstGeom>
          <a:solidFill>
            <a:srgbClr val="2A54A8"/>
          </a:solidFill>
          <a:ln w="9525">
            <a:solidFill>
              <a:srgbClr val="2A54A8"/>
            </a:solidFill>
            <a:miter lim="800000"/>
          </a:ln>
        </p:spPr>
        <p:txBody>
          <a:bodyPr wrap="none" lIns="121899" tIns="0" rIns="121899" bIns="0"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EC5CA0AF-A3A0-422E-B472-99D483C87D43}" type="slidenum">
              <a:rPr kumimoji="1" lang="en-US" altLang="zh-CN" sz="1000" b="1" i="0" u="none" strike="noStrike" kern="1200" cap="none" spc="0" normalizeH="0" baseline="0" noProof="0" smtClean="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rPr>
            </a:fld>
            <a:endParaRPr kumimoji="1"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6" name="Rectangle 11"/>
          <p:cNvSpPr>
            <a:spLocks noChangeArrowheads="1"/>
          </p:cNvSpPr>
          <p:nvPr userDrawn="1"/>
        </p:nvSpPr>
        <p:spPr bwMode="gray">
          <a:xfrm flipH="1">
            <a:off x="1" y="255589"/>
            <a:ext cx="250890"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21" name="Title 28"/>
          <p:cNvSpPr>
            <a:spLocks noGrp="1"/>
          </p:cNvSpPr>
          <p:nvPr>
            <p:ph type="title"/>
          </p:nvPr>
        </p:nvSpPr>
        <p:spPr bwMode="gray">
          <a:xfrm>
            <a:off x="545118" y="255907"/>
            <a:ext cx="10537440" cy="624291"/>
          </a:xfrm>
          <a:prstGeom prst="rect">
            <a:avLst/>
          </a:prstGeom>
        </p:spPr>
        <p:txBody>
          <a:bodyPr wrap="square" lIns="121899" tIns="60949" rIns="121899" bIns="60949" anchor="ctr" anchorCtr="0"/>
          <a:lstStyle>
            <a:lvl1pPr marL="0" algn="l" defTabSz="1219200" rtl="0" eaLnBrk="1" latinLnBrk="0" hangingPunct="1">
              <a:lnSpc>
                <a:spcPct val="100000"/>
              </a:lnSpc>
              <a:spcBef>
                <a:spcPct val="0"/>
              </a:spcBef>
              <a:buNone/>
              <a:tabLst>
                <a:tab pos="1218565" algn="l"/>
              </a:tabLst>
              <a:defRPr lang="en-US" sz="3000" b="1" kern="1200" cap="none" spc="0" baseline="0" dirty="0">
                <a:solidFill>
                  <a:schemeClr val="bg1"/>
                </a:solidFill>
                <a:latin typeface="微软雅黑" panose="020B0503020204020204" charset="-122"/>
                <a:ea typeface="微软雅黑" panose="020B0503020204020204" charset="-122"/>
                <a:cs typeface="Arial" panose="020B0604020202020204" pitchFamily="34" charset="0"/>
              </a:defRPr>
            </a:lvl1pPr>
          </a:lstStyle>
          <a:p>
            <a:r>
              <a:rPr lang="zh-CN" altLang="en-US"/>
              <a:t>单击此处编辑母版标题样式</a:t>
            </a:r>
            <a:endParaRPr lang="en-US" dirty="0"/>
          </a:p>
        </p:txBody>
      </p:sp>
      <p:sp>
        <p:nvSpPr>
          <p:cNvPr id="8" name="Footer Placeholder 9"/>
          <p:cNvSpPr>
            <a:spLocks noGrp="1"/>
          </p:cNvSpPr>
          <p:nvPr>
            <p:ph type="ftr" sz="quarter"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sz="1600" b="1" i="0" u="none" strike="noStrike" kern="120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mn-cs"/>
              </a:rPr>
              <a:t>2016InspurCONFIDENTIAL.Allrightsreserved.</a:t>
            </a:r>
            <a:endParaRPr kumimoji="1" lang="en-US" sz="1600" b="1" i="0" u="none" strike="noStrike" kern="120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空占位符">
    <p:spTree>
      <p:nvGrpSpPr>
        <p:cNvPr id="1" name=""/>
        <p:cNvGrpSpPr/>
        <p:nvPr/>
      </p:nvGrpSpPr>
      <p:grpSpPr>
        <a:xfrm>
          <a:off x="0" y="0"/>
          <a:ext cx="0" cy="0"/>
          <a:chOff x="0" y="0"/>
          <a:chExt cx="0" cy="0"/>
        </a:xfrm>
      </p:grpSpPr>
      <p:sp>
        <p:nvSpPr>
          <p:cNvPr id="2" name="标题 1"/>
          <p:cNvSpPr>
            <a:spLocks noGrp="1"/>
          </p:cNvSpPr>
          <p:nvPr>
            <p:ph type="title"/>
          </p:nvPr>
        </p:nvSpPr>
        <p:spPr>
          <a:xfrm>
            <a:off x="695400" y="0"/>
            <a:ext cx="10869546" cy="857419"/>
          </a:xfrm>
        </p:spPr>
        <p:txBody>
          <a:bodyPr/>
          <a:lstStyle/>
          <a:p>
            <a:r>
              <a:rPr lang="zh-CN" altLang="en-US" dirty="0"/>
              <a:t>单击此处编辑母版标题样式</a:t>
            </a:r>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spTree>
      <p:nvGrpSpPr>
        <p:cNvPr id="1" name=""/>
        <p:cNvGrpSpPr/>
        <p:nvPr/>
      </p:nvGrpSpPr>
      <p:grpSpPr>
        <a:xfrm>
          <a:off x="0" y="0"/>
          <a:ext cx="0" cy="0"/>
          <a:chOff x="0" y="0"/>
          <a:chExt cx="0" cy="0"/>
        </a:xfrm>
      </p:grpSpPr>
      <p:pic>
        <p:nvPicPr>
          <p:cNvPr id="3" name="Picture 9" descr="新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574369" y="5278968"/>
            <a:ext cx="5378451" cy="982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1"/>
          <p:cNvSpPr>
            <a:spLocks noChangeArrowheads="1"/>
          </p:cNvSpPr>
          <p:nvPr userDrawn="1"/>
        </p:nvSpPr>
        <p:spPr bwMode="auto">
          <a:xfrm>
            <a:off x="0" y="0"/>
            <a:ext cx="12192000" cy="1051984"/>
          </a:xfrm>
          <a:prstGeom prst="rect">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09" tIns="60954" rIns="121909" bIns="60954"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dirty="0">
              <a:solidFill>
                <a:srgbClr val="000000"/>
              </a:solidFill>
              <a:latin typeface="微软雅黑" panose="020B0503020204020204" charset="-122"/>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
          <p:cNvSpPr/>
          <p:nvPr userDrawn="1"/>
        </p:nvSpPr>
        <p:spPr>
          <a:xfrm>
            <a:off x="8720919" y="5950425"/>
            <a:ext cx="3471081" cy="90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rgbClr val="FFFFFF"/>
              </a:solidFill>
            </a:endParaRPr>
          </a:p>
        </p:txBody>
      </p:sp>
      <p:pic>
        <p:nvPicPr>
          <p:cNvPr id="3" name="Picture 8" descr="新品牌"/>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69165" y="6513534"/>
            <a:ext cx="1888887" cy="3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a:spLocks noGrp="1"/>
          </p:cNvSpPr>
          <p:nvPr>
            <p:ph type="title"/>
          </p:nvPr>
        </p:nvSpPr>
        <p:spPr>
          <a:xfrm>
            <a:off x="925735" y="0"/>
            <a:ext cx="10670116" cy="1143000"/>
          </a:xfrm>
          <a:prstGeom prst="rect">
            <a:avLst/>
          </a:prstGeom>
        </p:spPr>
        <p:txBody>
          <a:bodyPr anchor="ctr"/>
          <a:lstStyle>
            <a:lvl1pPr>
              <a:defRPr sz="2800">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50073" y="0"/>
            <a:ext cx="10670116" cy="776614"/>
          </a:xfrm>
          <a:prstGeom prst="rect">
            <a:avLst/>
          </a:prstGeom>
        </p:spPr>
        <p:txBody>
          <a:bodyPr anchor="ctr"/>
          <a:lstStyle>
            <a:lvl1pPr>
              <a:defRPr sz="2800">
                <a:solidFill>
                  <a:schemeClr val="tx1"/>
                </a:solidFill>
                <a:latin typeface="微软雅黑" panose="020B0503020204020204" charset="-122"/>
                <a:ea typeface="微软雅黑" panose="020B0503020204020204"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1050073" y="977030"/>
            <a:ext cx="10534452" cy="4972923"/>
          </a:xfrm>
          <a:prstGeom prst="rect">
            <a:avLst/>
          </a:prstGeom>
        </p:spPr>
        <p:txBody>
          <a:bodyPr/>
          <a:lstStyle>
            <a:lvl1pPr marL="263525" indent="-263525">
              <a:buClr>
                <a:schemeClr val="tx1"/>
              </a:buClr>
              <a:buFont typeface="Wingdings" panose="05000000000000000000" pitchFamily="2" charset="2"/>
              <a:buChar char="n"/>
              <a:defRPr sz="2000" b="1">
                <a:latin typeface="微软雅黑" panose="020B0503020204020204" charset="-122"/>
                <a:ea typeface="微软雅黑" panose="020B0503020204020204" charset="-122"/>
              </a:defRPr>
            </a:lvl1pPr>
            <a:lvl2pPr marL="538480" indent="-274955">
              <a:buClr>
                <a:schemeClr val="tx1"/>
              </a:buClr>
              <a:buFont typeface="Wingdings" panose="05000000000000000000" pitchFamily="2" charset="2"/>
              <a:buChar char="ü"/>
              <a:defRPr sz="1800">
                <a:latin typeface="微软雅黑" panose="020B0503020204020204" charset="-122"/>
                <a:ea typeface="微软雅黑" panose="020B0503020204020204" charset="-122"/>
              </a:defRPr>
            </a:lvl2pPr>
            <a:lvl3pPr marL="802005" indent="-263525">
              <a:buFont typeface="Arial" panose="020B0604020202020204" pitchFamily="34" charset="0"/>
              <a:buChar char="•"/>
              <a:defRPr sz="1600">
                <a:latin typeface="微软雅黑" panose="020B0503020204020204" charset="-122"/>
                <a:ea typeface="微软雅黑" panose="020B0503020204020204" charset="-122"/>
              </a:defRPr>
            </a:lvl3pPr>
            <a:lvl4pPr marL="989330" indent="-187325">
              <a:buFont typeface="微软雅黑" panose="020B0503020204020204" charset="-122"/>
              <a:buChar char="−"/>
              <a:defRPr sz="1400">
                <a:latin typeface="微软雅黑" panose="020B0503020204020204" charset="-122"/>
                <a:ea typeface="微软雅黑" panose="020B0503020204020204" charset="-122"/>
              </a:defRPr>
            </a:lvl4pPr>
            <a:lvl5pPr marL="2792095" indent="-353695">
              <a:buFont typeface="Wingdings" panose="05000000000000000000" pitchFamily="2" charset="2"/>
              <a:buChar char="l"/>
              <a:defRPr sz="2000">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pic>
        <p:nvPicPr>
          <p:cNvPr id="6" name="Picture 8" descr="新品牌"/>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206743" y="6513534"/>
            <a:ext cx="1888887" cy="3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
        <p:nvSpPr>
          <p:cNvPr id="2" name="Freeform 14"/>
          <p:cNvSpPr/>
          <p:nvPr userDrawn="1"/>
        </p:nvSpPr>
        <p:spPr bwMode="auto">
          <a:xfrm>
            <a:off x="-6351" y="4525434"/>
            <a:ext cx="12202584" cy="2360084"/>
          </a:xfrm>
          <a:custGeom>
            <a:avLst/>
            <a:gdLst>
              <a:gd name="T0" fmla="*/ 2147483647 w 5765"/>
              <a:gd name="T1" fmla="*/ 2147483647 h 1487"/>
              <a:gd name="T2" fmla="*/ 2147483647 w 5765"/>
              <a:gd name="T3" fmla="*/ 2147483647 h 1487"/>
              <a:gd name="T4" fmla="*/ 0 w 5765"/>
              <a:gd name="T5" fmla="*/ 2147483647 h 1487"/>
              <a:gd name="T6" fmla="*/ 2147483647 w 5765"/>
              <a:gd name="T7" fmla="*/ 2147483647 h 1487"/>
              <a:gd name="T8" fmla="*/ 2147483647 w 5765"/>
              <a:gd name="T9" fmla="*/ 0 h 1487"/>
              <a:gd name="T10" fmla="*/ 2147483647 w 5765"/>
              <a:gd name="T11" fmla="*/ 2147483647 h 1487"/>
              <a:gd name="T12" fmla="*/ 2147483647 w 5765"/>
              <a:gd name="T13" fmla="*/ 2147483647 h 14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5" h="1487">
                <a:moveTo>
                  <a:pt x="5763" y="1487"/>
                </a:moveTo>
                <a:lnTo>
                  <a:pt x="3" y="1487"/>
                </a:lnTo>
                <a:lnTo>
                  <a:pt x="0" y="362"/>
                </a:lnTo>
                <a:lnTo>
                  <a:pt x="1404" y="358"/>
                </a:lnTo>
                <a:lnTo>
                  <a:pt x="1762" y="0"/>
                </a:lnTo>
                <a:lnTo>
                  <a:pt x="5765" y="1"/>
                </a:lnTo>
                <a:lnTo>
                  <a:pt x="5763" y="1487"/>
                </a:ln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4" tIns="60957" rIns="121914" bIns="60957"/>
          <a:lstStyle/>
          <a:p>
            <a:pPr defTabSz="914400" fontAlgn="base">
              <a:spcBef>
                <a:spcPct val="0"/>
              </a:spcBef>
              <a:spcAft>
                <a:spcPct val="0"/>
              </a:spcAft>
            </a:pPr>
            <a:endParaRPr lang="zh-CN" altLang="en-US" sz="1800" dirty="0">
              <a:solidFill>
                <a:srgbClr val="000000"/>
              </a:solidFill>
              <a:latin typeface="微软雅黑" panose="020B0503020204020204" charset="-122"/>
              <a:ea typeface="宋体" panose="02010600030101010101" pitchFamily="2" charset="-122"/>
            </a:endParaRPr>
          </a:p>
        </p:txBody>
      </p:sp>
      <p:sp>
        <p:nvSpPr>
          <p:cNvPr id="4" name="Rectangle 11"/>
          <p:cNvSpPr>
            <a:spLocks noChangeArrowheads="1"/>
          </p:cNvSpPr>
          <p:nvPr userDrawn="1"/>
        </p:nvSpPr>
        <p:spPr bwMode="auto">
          <a:xfrm>
            <a:off x="4233" y="2796990"/>
            <a:ext cx="12192000" cy="1479549"/>
          </a:xfrm>
          <a:prstGeom prst="rect">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4" tIns="60957" rIns="121914" bIns="60957"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endParaRPr lang="zh-CN" altLang="en-US" sz="1800" dirty="0">
              <a:solidFill>
                <a:srgbClr val="000000"/>
              </a:solidFill>
              <a:latin typeface="微软雅黑" panose="020B0503020204020204" charset="-122"/>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5" name="AutoShape 6"/>
          <p:cNvSpPr>
            <a:spLocks noChangeArrowheads="1"/>
          </p:cNvSpPr>
          <p:nvPr userDrawn="1"/>
        </p:nvSpPr>
        <p:spPr bwMode="auto">
          <a:xfrm flipV="1">
            <a:off x="1" y="-2"/>
            <a:ext cx="751561" cy="684876"/>
          </a:xfrm>
          <a:prstGeom prst="rtTriangle">
            <a:avLst/>
          </a:prstGeom>
          <a:solidFill>
            <a:srgbClr val="0062AC"/>
          </a:solidFill>
          <a:ln w="9525">
            <a:noFill/>
            <a:miter lim="800000"/>
          </a:ln>
        </p:spPr>
        <p:txBody>
          <a:bodyPr wrap="none" anchor="ctr"/>
          <a:lstStyle/>
          <a:p>
            <a:pPr defTabSz="914400" fontAlgn="base">
              <a:spcBef>
                <a:spcPct val="0"/>
              </a:spcBef>
              <a:spcAft>
                <a:spcPct val="0"/>
              </a:spcAft>
              <a:defRPr/>
            </a:pPr>
            <a:endParaRPr kumimoji="1" lang="zh-CN" altLang="en-US" sz="3195">
              <a:solidFill>
                <a:srgbClr val="000000"/>
              </a:solidFill>
              <a:latin typeface="Times New Roman" panose="02020603050405020304" pitchFamily="18" charset="0"/>
            </a:endParaRPr>
          </a:p>
        </p:txBody>
      </p:sp>
      <p:sp>
        <p:nvSpPr>
          <p:cNvPr id="6" name="Rectangle 7"/>
          <p:cNvSpPr>
            <a:spLocks noChangeArrowheads="1"/>
          </p:cNvSpPr>
          <p:nvPr userDrawn="1"/>
        </p:nvSpPr>
        <p:spPr bwMode="auto">
          <a:xfrm>
            <a:off x="-50104" y="12526"/>
            <a:ext cx="638825" cy="248087"/>
          </a:xfrm>
          <a:prstGeom prst="rect">
            <a:avLst/>
          </a:prstGeom>
          <a:noFill/>
          <a:ln w="9525">
            <a:noFill/>
            <a:miter lim="800000"/>
          </a:ln>
        </p:spPr>
        <p:txBody>
          <a:bodyPr/>
          <a:lstStyle/>
          <a:p>
            <a:pPr algn="ctr" defTabSz="914400" fontAlgn="base">
              <a:spcBef>
                <a:spcPct val="0"/>
              </a:spcBef>
              <a:spcAft>
                <a:spcPct val="0"/>
              </a:spcAft>
              <a:defRPr/>
            </a:pPr>
            <a:fld id="{FF961BBF-C8F1-4CC5-A43E-F283170BB750}" type="slidenum">
              <a:rPr lang="en-US" altLang="zh-CN" sz="1400" b="1">
                <a:solidFill>
                  <a:srgbClr val="FFFFFF"/>
                </a:solidFill>
                <a:latin typeface="微软雅黑" panose="020B0503020204020204" charset="-122"/>
                <a:ea typeface="微软雅黑" panose="020B0503020204020204" charset="-122"/>
              </a:rPr>
            </a:fld>
            <a:endParaRPr lang="en-US" altLang="zh-CN" sz="1400" b="1" dirty="0">
              <a:solidFill>
                <a:srgbClr val="FFFFFF"/>
              </a:solidFill>
              <a:latin typeface="微软雅黑" panose="020B0503020204020204" charset="-122"/>
              <a:ea typeface="微软雅黑" panose="020B0503020204020204" charset="-122"/>
            </a:endParaRPr>
          </a:p>
        </p:txBody>
      </p:sp>
      <p:pic>
        <p:nvPicPr>
          <p:cNvPr id="7" name="Picture 9" descr="新品牌"/>
          <p:cNvPicPr>
            <a:picLocks noChangeAspect="1" noChangeArrowheads="1"/>
          </p:cNvPicPr>
          <p:nvPr userDrawn="1"/>
        </p:nvPicPr>
        <p:blipFill>
          <a:blip r:embed="rId2" cstate="email"/>
          <a:srcRect/>
          <a:stretch>
            <a:fillRect/>
          </a:stretch>
        </p:blipFill>
        <p:spPr bwMode="auto">
          <a:xfrm>
            <a:off x="10068921" y="6496968"/>
            <a:ext cx="1970343" cy="361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空占位符">
    <p:spTree>
      <p:nvGrpSpPr>
        <p:cNvPr id="1" name=""/>
        <p:cNvGrpSpPr/>
        <p:nvPr/>
      </p:nvGrpSpPr>
      <p:grpSpPr>
        <a:xfrm>
          <a:off x="0" y="0"/>
          <a:ext cx="0" cy="0"/>
          <a:chOff x="0" y="0"/>
          <a:chExt cx="0" cy="0"/>
        </a:xfrm>
      </p:grpSpPr>
      <p:sp>
        <p:nvSpPr>
          <p:cNvPr id="2" name="标题 1"/>
          <p:cNvSpPr>
            <a:spLocks noGrp="1"/>
          </p:cNvSpPr>
          <p:nvPr>
            <p:ph type="title"/>
          </p:nvPr>
        </p:nvSpPr>
        <p:spPr>
          <a:xfrm>
            <a:off x="695400" y="0"/>
            <a:ext cx="10869546" cy="857419"/>
          </a:xfrm>
        </p:spPr>
        <p:txBody>
          <a:bodyPr/>
          <a:lstStyle/>
          <a:p>
            <a:r>
              <a:rPr lang="zh-CN" altLang="en-US" dirty="0"/>
              <a:t>单击此处编辑母版标题样式</a:t>
            </a:r>
            <a:endParaRPr lang="zh-CN" altLang="en-US" dirty="0"/>
          </a:p>
        </p:txBody>
      </p:sp>
      <p:sp>
        <p:nvSpPr>
          <p:cNvPr id="3" name="文本占位符 24"/>
          <p:cNvSpPr>
            <a:spLocks noGrp="1"/>
          </p:cNvSpPr>
          <p:nvPr>
            <p:ph type="body" sz="quarter" idx="11" hasCustomPrompt="1"/>
          </p:nvPr>
        </p:nvSpPr>
        <p:spPr>
          <a:xfrm>
            <a:off x="6707688" y="211979"/>
            <a:ext cx="4857258" cy="624634"/>
          </a:xfrm>
          <a:prstGeom prst="rect">
            <a:avLst/>
          </a:prstGeom>
        </p:spPr>
        <p:txBody>
          <a:bodyPr/>
          <a:lstStyle>
            <a:lvl1pPr marL="0" indent="0" algn="r">
              <a:buNone/>
              <a:defRPr sz="2000" b="1">
                <a:latin typeface="微软雅黑" panose="020B0503020204020204" charset="-122"/>
                <a:ea typeface="微软雅黑" panose="020B0503020204020204" charset="-122"/>
              </a:defRPr>
            </a:lvl1pPr>
          </a:lstStyle>
          <a:p>
            <a:pPr lvl="0"/>
            <a:r>
              <a:rPr lang="zh-CN" altLang="en-US" dirty="0"/>
              <a:t>小标题</a:t>
            </a:r>
            <a:endParaRPr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3_Title Only - No Background">
    <p:spTree>
      <p:nvGrpSpPr>
        <p:cNvPr id="1" name=""/>
        <p:cNvGrpSpPr/>
        <p:nvPr/>
      </p:nvGrpSpPr>
      <p:grpSpPr>
        <a:xfrm>
          <a:off x="0" y="0"/>
          <a:ext cx="0" cy="0"/>
          <a:chOff x="0" y="0"/>
          <a:chExt cx="0" cy="0"/>
        </a:xfrm>
      </p:grpSpPr>
      <p:sp>
        <p:nvSpPr>
          <p:cNvPr id="3" name="Rectangle 7"/>
          <p:cNvSpPr>
            <a:spLocks noChangeArrowheads="1"/>
          </p:cNvSpPr>
          <p:nvPr userDrawn="1"/>
        </p:nvSpPr>
        <p:spPr bwMode="invGray">
          <a:xfrm flipH="1">
            <a:off x="0" y="6502400"/>
            <a:ext cx="503369" cy="190500"/>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4" name="Rectangle 11"/>
          <p:cNvSpPr>
            <a:spLocks noChangeArrowheads="1"/>
          </p:cNvSpPr>
          <p:nvPr userDrawn="1"/>
        </p:nvSpPr>
        <p:spPr bwMode="gray">
          <a:xfrm flipH="1">
            <a:off x="458908" y="255589"/>
            <a:ext cx="11733092"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5" name="Rectangle 6"/>
          <p:cNvSpPr>
            <a:spLocks noChangeArrowheads="1"/>
          </p:cNvSpPr>
          <p:nvPr userDrawn="1"/>
        </p:nvSpPr>
        <p:spPr bwMode="invGray">
          <a:xfrm>
            <a:off x="100040" y="6518275"/>
            <a:ext cx="403330" cy="153988"/>
          </a:xfrm>
          <a:prstGeom prst="rect">
            <a:avLst/>
          </a:prstGeom>
          <a:solidFill>
            <a:srgbClr val="2A54A8"/>
          </a:solidFill>
          <a:ln w="9525">
            <a:solidFill>
              <a:srgbClr val="2A54A8"/>
            </a:solidFill>
            <a:miter lim="800000"/>
          </a:ln>
        </p:spPr>
        <p:txBody>
          <a:bodyPr wrap="none" lIns="121899" tIns="0" rIns="121899" bIns="0"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EC5CA0AF-A3A0-422E-B472-99D483C87D43}" type="slidenum">
              <a:rPr kumimoji="1" lang="en-US" altLang="zh-CN" sz="1000" b="1" i="0" u="none" strike="noStrike" kern="1200" cap="none" spc="0" normalizeH="0" baseline="0" noProof="0" smtClean="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rPr>
            </a:fld>
            <a:endParaRPr kumimoji="1"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6" name="Rectangle 11"/>
          <p:cNvSpPr>
            <a:spLocks noChangeArrowheads="1"/>
          </p:cNvSpPr>
          <p:nvPr userDrawn="1"/>
        </p:nvSpPr>
        <p:spPr bwMode="gray">
          <a:xfrm flipH="1">
            <a:off x="1" y="255589"/>
            <a:ext cx="250890"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21" name="Title 28"/>
          <p:cNvSpPr>
            <a:spLocks noGrp="1"/>
          </p:cNvSpPr>
          <p:nvPr>
            <p:ph type="title"/>
          </p:nvPr>
        </p:nvSpPr>
        <p:spPr bwMode="gray">
          <a:xfrm>
            <a:off x="545118" y="255907"/>
            <a:ext cx="10537440" cy="624291"/>
          </a:xfrm>
          <a:prstGeom prst="rect">
            <a:avLst/>
          </a:prstGeom>
        </p:spPr>
        <p:txBody>
          <a:bodyPr wrap="square" lIns="121899" tIns="60949" rIns="121899" bIns="60949" anchor="ctr" anchorCtr="0"/>
          <a:lstStyle>
            <a:lvl1pPr marL="0" algn="l" defTabSz="1219200" rtl="0" eaLnBrk="1" latinLnBrk="0" hangingPunct="1">
              <a:lnSpc>
                <a:spcPct val="100000"/>
              </a:lnSpc>
              <a:spcBef>
                <a:spcPct val="0"/>
              </a:spcBef>
              <a:buNone/>
              <a:tabLst>
                <a:tab pos="1218565" algn="l"/>
              </a:tabLst>
              <a:defRPr lang="en-US" sz="3000" b="1" kern="1200" cap="none" spc="0" baseline="0" dirty="0">
                <a:solidFill>
                  <a:schemeClr val="bg1"/>
                </a:solidFill>
                <a:latin typeface="微软雅黑" panose="020B0503020204020204" charset="-122"/>
                <a:ea typeface="微软雅黑" panose="020B0503020204020204" charset="-122"/>
                <a:cs typeface="Arial" panose="020B0604020202020204" pitchFamily="34" charset="0"/>
              </a:defRPr>
            </a:lvl1pPr>
          </a:lstStyle>
          <a:p>
            <a:r>
              <a:rPr lang="zh-CN" altLang="en-US"/>
              <a:t>单击此处编辑母版标题样式</a:t>
            </a:r>
            <a:endParaRPr lang="en-US" dirty="0"/>
          </a:p>
        </p:txBody>
      </p:sp>
      <p:sp>
        <p:nvSpPr>
          <p:cNvPr id="8" name="Footer Placeholder 9"/>
          <p:cNvSpPr>
            <a:spLocks noGrp="1"/>
          </p:cNvSpPr>
          <p:nvPr>
            <p:ph type="ftr" sz="quarter"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sz="1600" b="1" i="0" u="none" strike="noStrike" kern="120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mn-cs"/>
              </a:rPr>
              <a:t>2016InspurCONFIDENTIAL.Allrightsreserved.</a:t>
            </a:r>
            <a:endParaRPr kumimoji="1" lang="en-US" sz="1600" b="1" i="0" u="none" strike="noStrike" kern="120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_空占位符">
    <p:spTree>
      <p:nvGrpSpPr>
        <p:cNvPr id="1" name=""/>
        <p:cNvGrpSpPr/>
        <p:nvPr/>
      </p:nvGrpSpPr>
      <p:grpSpPr>
        <a:xfrm>
          <a:off x="0" y="0"/>
          <a:ext cx="0" cy="0"/>
          <a:chOff x="0" y="0"/>
          <a:chExt cx="0" cy="0"/>
        </a:xfrm>
      </p:grpSpPr>
      <p:sp>
        <p:nvSpPr>
          <p:cNvPr id="2" name="标题 1"/>
          <p:cNvSpPr>
            <a:spLocks noGrp="1"/>
          </p:cNvSpPr>
          <p:nvPr>
            <p:ph type="title"/>
          </p:nvPr>
        </p:nvSpPr>
        <p:spPr>
          <a:xfrm>
            <a:off x="695400" y="0"/>
            <a:ext cx="10869546" cy="857419"/>
          </a:xfrm>
        </p:spPr>
        <p:txBody>
          <a:bodyPr/>
          <a:lstStyle/>
          <a:p>
            <a:r>
              <a:rPr lang="zh-CN" altLang="en-US" dirty="0"/>
              <a:t>单击此处编辑母版标题样式</a:t>
            </a:r>
            <a:endParaRPr lang="zh-CN" alt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spTree>
      <p:nvGrpSpPr>
        <p:cNvPr id="1" name=""/>
        <p:cNvGrpSpPr/>
        <p:nvPr/>
      </p:nvGrpSpPr>
      <p:grpSpPr>
        <a:xfrm>
          <a:off x="0" y="0"/>
          <a:ext cx="0" cy="0"/>
          <a:chOff x="0" y="0"/>
          <a:chExt cx="0" cy="0"/>
        </a:xfrm>
      </p:grpSpPr>
      <p:pic>
        <p:nvPicPr>
          <p:cNvPr id="3" name="Picture 9" descr="新品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574369" y="5278968"/>
            <a:ext cx="5378451" cy="982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1"/>
          <p:cNvSpPr>
            <a:spLocks noChangeArrowheads="1"/>
          </p:cNvSpPr>
          <p:nvPr userDrawn="1"/>
        </p:nvSpPr>
        <p:spPr bwMode="auto">
          <a:xfrm>
            <a:off x="0" y="0"/>
            <a:ext cx="12192000" cy="1051984"/>
          </a:xfrm>
          <a:prstGeom prst="rect">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09" tIns="60954" rIns="121909" bIns="60954"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dirty="0">
              <a:solidFill>
                <a:srgbClr val="000000"/>
              </a:solidFill>
              <a:latin typeface="微软雅黑" panose="020B0503020204020204" charset="-122"/>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
          <p:cNvSpPr/>
          <p:nvPr userDrawn="1"/>
        </p:nvSpPr>
        <p:spPr>
          <a:xfrm>
            <a:off x="8720919" y="5950425"/>
            <a:ext cx="3471081" cy="90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rgbClr val="FFFFFF"/>
              </a:solidFill>
            </a:endParaRPr>
          </a:p>
        </p:txBody>
      </p:sp>
      <p:pic>
        <p:nvPicPr>
          <p:cNvPr id="3" name="Picture 8" descr="新品牌"/>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69165" y="6513534"/>
            <a:ext cx="1888887" cy="3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a:spLocks noGrp="1"/>
          </p:cNvSpPr>
          <p:nvPr>
            <p:ph type="title"/>
          </p:nvPr>
        </p:nvSpPr>
        <p:spPr>
          <a:xfrm>
            <a:off x="925735" y="0"/>
            <a:ext cx="10670116" cy="1143000"/>
          </a:xfrm>
          <a:prstGeom prst="rect">
            <a:avLst/>
          </a:prstGeom>
        </p:spPr>
        <p:txBody>
          <a:bodyPr anchor="ctr"/>
          <a:lstStyle>
            <a:lvl1pPr>
              <a:defRPr sz="2800">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50073" y="0"/>
            <a:ext cx="10670116" cy="776614"/>
          </a:xfrm>
          <a:prstGeom prst="rect">
            <a:avLst/>
          </a:prstGeom>
        </p:spPr>
        <p:txBody>
          <a:bodyPr anchor="ctr"/>
          <a:lstStyle>
            <a:lvl1pPr>
              <a:defRPr sz="2800">
                <a:solidFill>
                  <a:schemeClr val="tx1"/>
                </a:solidFill>
                <a:latin typeface="微软雅黑" panose="020B0503020204020204" charset="-122"/>
                <a:ea typeface="微软雅黑" panose="020B0503020204020204"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1050073" y="977030"/>
            <a:ext cx="10534452" cy="4972923"/>
          </a:xfrm>
          <a:prstGeom prst="rect">
            <a:avLst/>
          </a:prstGeom>
        </p:spPr>
        <p:txBody>
          <a:bodyPr/>
          <a:lstStyle>
            <a:lvl1pPr marL="263525" indent="-263525">
              <a:buClr>
                <a:schemeClr val="tx1"/>
              </a:buClr>
              <a:buFont typeface="Wingdings" panose="05000000000000000000" pitchFamily="2" charset="2"/>
              <a:buChar char="n"/>
              <a:defRPr sz="2000" b="1">
                <a:latin typeface="微软雅黑" panose="020B0503020204020204" charset="-122"/>
                <a:ea typeface="微软雅黑" panose="020B0503020204020204" charset="-122"/>
              </a:defRPr>
            </a:lvl1pPr>
            <a:lvl2pPr marL="538480" indent="-274955">
              <a:buClr>
                <a:schemeClr val="tx1"/>
              </a:buClr>
              <a:buFont typeface="Wingdings" panose="05000000000000000000" pitchFamily="2" charset="2"/>
              <a:buChar char="ü"/>
              <a:defRPr sz="1800">
                <a:latin typeface="微软雅黑" panose="020B0503020204020204" charset="-122"/>
                <a:ea typeface="微软雅黑" panose="020B0503020204020204" charset="-122"/>
              </a:defRPr>
            </a:lvl2pPr>
            <a:lvl3pPr marL="802005" indent="-263525">
              <a:buFont typeface="Arial" panose="020B0604020202020204" pitchFamily="34" charset="0"/>
              <a:buChar char="•"/>
              <a:defRPr sz="1600">
                <a:latin typeface="微软雅黑" panose="020B0503020204020204" charset="-122"/>
                <a:ea typeface="微软雅黑" panose="020B0503020204020204" charset="-122"/>
              </a:defRPr>
            </a:lvl3pPr>
            <a:lvl4pPr marL="989330" indent="-187325">
              <a:buFont typeface="微软雅黑" panose="020B0503020204020204" charset="-122"/>
              <a:buChar char="−"/>
              <a:defRPr sz="1400">
                <a:latin typeface="微软雅黑" panose="020B0503020204020204" charset="-122"/>
                <a:ea typeface="微软雅黑" panose="020B0503020204020204" charset="-122"/>
              </a:defRPr>
            </a:lvl4pPr>
            <a:lvl5pPr marL="2792095" indent="-353695">
              <a:buFont typeface="Wingdings" panose="05000000000000000000" pitchFamily="2" charset="2"/>
              <a:buChar char="l"/>
              <a:defRPr sz="2000">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pic>
        <p:nvPicPr>
          <p:cNvPr id="6" name="Picture 8" descr="新品牌"/>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206743" y="6513534"/>
            <a:ext cx="1888887" cy="3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
        <p:nvSpPr>
          <p:cNvPr id="2" name="Freeform 14"/>
          <p:cNvSpPr/>
          <p:nvPr userDrawn="1"/>
        </p:nvSpPr>
        <p:spPr bwMode="auto">
          <a:xfrm>
            <a:off x="-6351" y="4525434"/>
            <a:ext cx="12202584" cy="2360084"/>
          </a:xfrm>
          <a:custGeom>
            <a:avLst/>
            <a:gdLst>
              <a:gd name="T0" fmla="*/ 2147483647 w 5765"/>
              <a:gd name="T1" fmla="*/ 2147483647 h 1487"/>
              <a:gd name="T2" fmla="*/ 2147483647 w 5765"/>
              <a:gd name="T3" fmla="*/ 2147483647 h 1487"/>
              <a:gd name="T4" fmla="*/ 0 w 5765"/>
              <a:gd name="T5" fmla="*/ 2147483647 h 1487"/>
              <a:gd name="T6" fmla="*/ 2147483647 w 5765"/>
              <a:gd name="T7" fmla="*/ 2147483647 h 1487"/>
              <a:gd name="T8" fmla="*/ 2147483647 w 5765"/>
              <a:gd name="T9" fmla="*/ 0 h 1487"/>
              <a:gd name="T10" fmla="*/ 2147483647 w 5765"/>
              <a:gd name="T11" fmla="*/ 2147483647 h 1487"/>
              <a:gd name="T12" fmla="*/ 2147483647 w 5765"/>
              <a:gd name="T13" fmla="*/ 2147483647 h 14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5" h="1487">
                <a:moveTo>
                  <a:pt x="5763" y="1487"/>
                </a:moveTo>
                <a:lnTo>
                  <a:pt x="3" y="1487"/>
                </a:lnTo>
                <a:lnTo>
                  <a:pt x="0" y="362"/>
                </a:lnTo>
                <a:lnTo>
                  <a:pt x="1404" y="358"/>
                </a:lnTo>
                <a:lnTo>
                  <a:pt x="1762" y="0"/>
                </a:lnTo>
                <a:lnTo>
                  <a:pt x="5765" y="1"/>
                </a:lnTo>
                <a:lnTo>
                  <a:pt x="5763" y="1487"/>
                </a:ln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4" tIns="60957" rIns="121914" bIns="60957"/>
          <a:lstStyle/>
          <a:p>
            <a:pPr defTabSz="914400" fontAlgn="base">
              <a:spcBef>
                <a:spcPct val="0"/>
              </a:spcBef>
              <a:spcAft>
                <a:spcPct val="0"/>
              </a:spcAft>
            </a:pPr>
            <a:endParaRPr lang="zh-CN" altLang="en-US" sz="1800" dirty="0">
              <a:solidFill>
                <a:srgbClr val="000000"/>
              </a:solidFill>
              <a:latin typeface="微软雅黑" panose="020B0503020204020204" charset="-122"/>
              <a:ea typeface="宋体" panose="02010600030101010101" pitchFamily="2" charset="-122"/>
            </a:endParaRPr>
          </a:p>
        </p:txBody>
      </p:sp>
      <p:sp>
        <p:nvSpPr>
          <p:cNvPr id="4" name="Rectangle 11"/>
          <p:cNvSpPr>
            <a:spLocks noChangeArrowheads="1"/>
          </p:cNvSpPr>
          <p:nvPr userDrawn="1"/>
        </p:nvSpPr>
        <p:spPr bwMode="auto">
          <a:xfrm>
            <a:off x="4233" y="2796990"/>
            <a:ext cx="12192000" cy="1479549"/>
          </a:xfrm>
          <a:prstGeom prst="rect">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4" tIns="60957" rIns="121914" bIns="60957"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endParaRPr lang="zh-CN" altLang="en-US" sz="1800" dirty="0">
              <a:solidFill>
                <a:srgbClr val="000000"/>
              </a:solidFill>
              <a:latin typeface="微软雅黑" panose="020B0503020204020204" charset="-122"/>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5" name="AutoShape 6"/>
          <p:cNvSpPr>
            <a:spLocks noChangeArrowheads="1"/>
          </p:cNvSpPr>
          <p:nvPr userDrawn="1"/>
        </p:nvSpPr>
        <p:spPr bwMode="auto">
          <a:xfrm flipV="1">
            <a:off x="1" y="-2"/>
            <a:ext cx="751561" cy="684876"/>
          </a:xfrm>
          <a:prstGeom prst="rtTriangle">
            <a:avLst/>
          </a:prstGeom>
          <a:solidFill>
            <a:srgbClr val="0062AC"/>
          </a:solidFill>
          <a:ln w="9525">
            <a:noFill/>
            <a:miter lim="800000"/>
          </a:ln>
        </p:spPr>
        <p:txBody>
          <a:bodyPr wrap="none" anchor="ctr"/>
          <a:lstStyle/>
          <a:p>
            <a:pPr defTabSz="914400" fontAlgn="base">
              <a:spcBef>
                <a:spcPct val="0"/>
              </a:spcBef>
              <a:spcAft>
                <a:spcPct val="0"/>
              </a:spcAft>
              <a:defRPr/>
            </a:pPr>
            <a:endParaRPr kumimoji="1" lang="zh-CN" altLang="en-US" sz="3195">
              <a:solidFill>
                <a:srgbClr val="000000"/>
              </a:solidFill>
              <a:latin typeface="Times New Roman" panose="02020603050405020304" pitchFamily="18" charset="0"/>
            </a:endParaRPr>
          </a:p>
        </p:txBody>
      </p:sp>
      <p:sp>
        <p:nvSpPr>
          <p:cNvPr id="6" name="Rectangle 7"/>
          <p:cNvSpPr>
            <a:spLocks noChangeArrowheads="1"/>
          </p:cNvSpPr>
          <p:nvPr userDrawn="1"/>
        </p:nvSpPr>
        <p:spPr bwMode="auto">
          <a:xfrm>
            <a:off x="-50104" y="12526"/>
            <a:ext cx="638825" cy="248087"/>
          </a:xfrm>
          <a:prstGeom prst="rect">
            <a:avLst/>
          </a:prstGeom>
          <a:noFill/>
          <a:ln w="9525">
            <a:noFill/>
            <a:miter lim="800000"/>
          </a:ln>
        </p:spPr>
        <p:txBody>
          <a:bodyPr/>
          <a:lstStyle/>
          <a:p>
            <a:pPr algn="ctr" defTabSz="914400" fontAlgn="base">
              <a:spcBef>
                <a:spcPct val="0"/>
              </a:spcBef>
              <a:spcAft>
                <a:spcPct val="0"/>
              </a:spcAft>
              <a:defRPr/>
            </a:pPr>
            <a:fld id="{FF961BBF-C8F1-4CC5-A43E-F283170BB750}" type="slidenum">
              <a:rPr lang="en-US" altLang="zh-CN" sz="1400" b="1">
                <a:solidFill>
                  <a:srgbClr val="FFFFFF"/>
                </a:solidFill>
                <a:latin typeface="微软雅黑" panose="020B0503020204020204" charset="-122"/>
                <a:ea typeface="微软雅黑" panose="020B0503020204020204" charset="-122"/>
              </a:rPr>
            </a:fld>
            <a:endParaRPr lang="en-US" altLang="zh-CN" sz="1400" b="1" dirty="0">
              <a:solidFill>
                <a:srgbClr val="FFFFFF"/>
              </a:solidFill>
              <a:latin typeface="微软雅黑" panose="020B0503020204020204" charset="-122"/>
              <a:ea typeface="微软雅黑" panose="020B0503020204020204" charset="-122"/>
            </a:endParaRPr>
          </a:p>
        </p:txBody>
      </p:sp>
      <p:pic>
        <p:nvPicPr>
          <p:cNvPr id="7" name="Picture 9" descr="新品牌"/>
          <p:cNvPicPr>
            <a:picLocks noChangeAspect="1" noChangeArrowheads="1"/>
          </p:cNvPicPr>
          <p:nvPr userDrawn="1"/>
        </p:nvPicPr>
        <p:blipFill>
          <a:blip r:embed="rId2" cstate="email"/>
          <a:srcRect/>
          <a:stretch>
            <a:fillRect/>
          </a:stretch>
        </p:blipFill>
        <p:spPr bwMode="auto">
          <a:xfrm>
            <a:off x="10068921" y="6496968"/>
            <a:ext cx="1970343" cy="361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空占位符">
    <p:spTree>
      <p:nvGrpSpPr>
        <p:cNvPr id="1" name=""/>
        <p:cNvGrpSpPr/>
        <p:nvPr/>
      </p:nvGrpSpPr>
      <p:grpSpPr>
        <a:xfrm>
          <a:off x="0" y="0"/>
          <a:ext cx="0" cy="0"/>
          <a:chOff x="0" y="0"/>
          <a:chExt cx="0" cy="0"/>
        </a:xfrm>
      </p:grpSpPr>
      <p:sp>
        <p:nvSpPr>
          <p:cNvPr id="2" name="标题 1"/>
          <p:cNvSpPr>
            <a:spLocks noGrp="1"/>
          </p:cNvSpPr>
          <p:nvPr>
            <p:ph type="title"/>
          </p:nvPr>
        </p:nvSpPr>
        <p:spPr>
          <a:xfrm>
            <a:off x="695400" y="0"/>
            <a:ext cx="10869546" cy="857419"/>
          </a:xfrm>
        </p:spPr>
        <p:txBody>
          <a:bodyPr/>
          <a:lstStyle/>
          <a:p>
            <a:r>
              <a:rPr lang="zh-CN" altLang="en-US" dirty="0"/>
              <a:t>单击此处编辑母版标题样式</a:t>
            </a:r>
            <a:endParaRPr lang="zh-CN" altLang="en-US" dirty="0"/>
          </a:p>
        </p:txBody>
      </p:sp>
      <p:sp>
        <p:nvSpPr>
          <p:cNvPr id="3" name="文本占位符 24"/>
          <p:cNvSpPr>
            <a:spLocks noGrp="1"/>
          </p:cNvSpPr>
          <p:nvPr>
            <p:ph type="body" sz="quarter" idx="11" hasCustomPrompt="1"/>
          </p:nvPr>
        </p:nvSpPr>
        <p:spPr>
          <a:xfrm>
            <a:off x="6707688" y="211979"/>
            <a:ext cx="4857258" cy="624634"/>
          </a:xfrm>
          <a:prstGeom prst="rect">
            <a:avLst/>
          </a:prstGeom>
        </p:spPr>
        <p:txBody>
          <a:bodyPr/>
          <a:lstStyle>
            <a:lvl1pPr marL="0" indent="0" algn="r">
              <a:buNone/>
              <a:defRPr sz="2000" b="1">
                <a:latin typeface="微软雅黑" panose="020B0503020204020204" charset="-122"/>
                <a:ea typeface="微软雅黑" panose="020B0503020204020204" charset="-122"/>
              </a:defRPr>
            </a:lvl1pPr>
          </a:lstStyle>
          <a:p>
            <a:pPr lvl="0"/>
            <a:r>
              <a:rPr lang="zh-CN" altLang="en-US" dirty="0"/>
              <a:t>小标题</a:t>
            </a:r>
            <a:endParaRPr lang="zh-CN" alt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3_Title Only - No Background">
    <p:spTree>
      <p:nvGrpSpPr>
        <p:cNvPr id="1" name=""/>
        <p:cNvGrpSpPr/>
        <p:nvPr/>
      </p:nvGrpSpPr>
      <p:grpSpPr>
        <a:xfrm>
          <a:off x="0" y="0"/>
          <a:ext cx="0" cy="0"/>
          <a:chOff x="0" y="0"/>
          <a:chExt cx="0" cy="0"/>
        </a:xfrm>
      </p:grpSpPr>
      <p:sp>
        <p:nvSpPr>
          <p:cNvPr id="3" name="Rectangle 7"/>
          <p:cNvSpPr>
            <a:spLocks noChangeArrowheads="1"/>
          </p:cNvSpPr>
          <p:nvPr userDrawn="1"/>
        </p:nvSpPr>
        <p:spPr bwMode="invGray">
          <a:xfrm flipH="1">
            <a:off x="0" y="6502400"/>
            <a:ext cx="503369" cy="190500"/>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4" name="Rectangle 11"/>
          <p:cNvSpPr>
            <a:spLocks noChangeArrowheads="1"/>
          </p:cNvSpPr>
          <p:nvPr userDrawn="1"/>
        </p:nvSpPr>
        <p:spPr bwMode="gray">
          <a:xfrm flipH="1">
            <a:off x="458908" y="255589"/>
            <a:ext cx="11733092"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5" name="Rectangle 6"/>
          <p:cNvSpPr>
            <a:spLocks noChangeArrowheads="1"/>
          </p:cNvSpPr>
          <p:nvPr userDrawn="1"/>
        </p:nvSpPr>
        <p:spPr bwMode="invGray">
          <a:xfrm>
            <a:off x="100040" y="6518275"/>
            <a:ext cx="403330" cy="153988"/>
          </a:xfrm>
          <a:prstGeom prst="rect">
            <a:avLst/>
          </a:prstGeom>
          <a:solidFill>
            <a:srgbClr val="2A54A8"/>
          </a:solidFill>
          <a:ln w="9525">
            <a:solidFill>
              <a:srgbClr val="2A54A8"/>
            </a:solidFill>
            <a:miter lim="800000"/>
          </a:ln>
        </p:spPr>
        <p:txBody>
          <a:bodyPr wrap="none" lIns="121899" tIns="0" rIns="121899" bIns="0"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EC5CA0AF-A3A0-422E-B472-99D483C87D43}" type="slidenum">
              <a:rPr kumimoji="1" lang="en-US" altLang="zh-CN" sz="1000" b="1" i="0" u="none" strike="noStrike" kern="1200" cap="none" spc="0" normalizeH="0" baseline="0" noProof="0" smtClean="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rPr>
            </a:fld>
            <a:endParaRPr kumimoji="1"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6" name="Rectangle 11"/>
          <p:cNvSpPr>
            <a:spLocks noChangeArrowheads="1"/>
          </p:cNvSpPr>
          <p:nvPr userDrawn="1"/>
        </p:nvSpPr>
        <p:spPr bwMode="gray">
          <a:xfrm flipH="1">
            <a:off x="1" y="255589"/>
            <a:ext cx="250890" cy="623887"/>
          </a:xfrm>
          <a:prstGeom prst="rect">
            <a:avLst/>
          </a:prstGeom>
          <a:solidFill>
            <a:srgbClr val="2A54A8"/>
          </a:solidFill>
          <a:ln>
            <a:solidFill>
              <a:srgbClr val="2A54A8"/>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defTabSz="1217930" fontAlgn="base">
              <a:spcBef>
                <a:spcPct val="0"/>
              </a:spcBef>
              <a:spcAft>
                <a:spcPct val="0"/>
              </a:spcAft>
              <a:defRPr sz="2400">
                <a:solidFill>
                  <a:schemeClr val="tx1"/>
                </a:solidFill>
                <a:latin typeface="Arial" panose="020B0604020202020204" pitchFamily="34" charset="0"/>
              </a:defRPr>
            </a:lvl6pPr>
            <a:lvl7pPr marL="2971800" indent="-228600" defTabSz="1217930" fontAlgn="base">
              <a:spcBef>
                <a:spcPct val="0"/>
              </a:spcBef>
              <a:spcAft>
                <a:spcPct val="0"/>
              </a:spcAft>
              <a:defRPr sz="2400">
                <a:solidFill>
                  <a:schemeClr val="tx1"/>
                </a:solidFill>
                <a:latin typeface="Arial" panose="020B0604020202020204" pitchFamily="34" charset="0"/>
              </a:defRPr>
            </a:lvl7pPr>
            <a:lvl8pPr marL="3429000" indent="-228600" defTabSz="1217930" fontAlgn="base">
              <a:spcBef>
                <a:spcPct val="0"/>
              </a:spcBef>
              <a:spcAft>
                <a:spcPct val="0"/>
              </a:spcAft>
              <a:defRPr sz="2400">
                <a:solidFill>
                  <a:schemeClr val="tx1"/>
                </a:solidFill>
                <a:latin typeface="Arial" panose="020B0604020202020204" pitchFamily="34" charset="0"/>
              </a:defRPr>
            </a:lvl8pPr>
            <a:lvl9pPr marL="3886200" indent="-228600" defTabSz="1217930" fontAlgn="base">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uLnTx/>
              <a:uFillTx/>
              <a:latin typeface="Foundry Gridnik Medium"/>
              <a:ea typeface="宋体" panose="02010600030101010101" pitchFamily="2" charset="-122"/>
              <a:cs typeface="+mn-cs"/>
            </a:endParaRPr>
          </a:p>
        </p:txBody>
      </p:sp>
      <p:sp>
        <p:nvSpPr>
          <p:cNvPr id="21" name="Title 28"/>
          <p:cNvSpPr>
            <a:spLocks noGrp="1"/>
          </p:cNvSpPr>
          <p:nvPr>
            <p:ph type="title"/>
          </p:nvPr>
        </p:nvSpPr>
        <p:spPr bwMode="gray">
          <a:xfrm>
            <a:off x="545118" y="255907"/>
            <a:ext cx="10537440" cy="624291"/>
          </a:xfrm>
          <a:prstGeom prst="rect">
            <a:avLst/>
          </a:prstGeom>
        </p:spPr>
        <p:txBody>
          <a:bodyPr wrap="square" lIns="121899" tIns="60949" rIns="121899" bIns="60949" anchor="ctr" anchorCtr="0"/>
          <a:lstStyle>
            <a:lvl1pPr marL="0" algn="l" defTabSz="1219200" rtl="0" eaLnBrk="1" latinLnBrk="0" hangingPunct="1">
              <a:lnSpc>
                <a:spcPct val="100000"/>
              </a:lnSpc>
              <a:spcBef>
                <a:spcPct val="0"/>
              </a:spcBef>
              <a:buNone/>
              <a:tabLst>
                <a:tab pos="1218565" algn="l"/>
              </a:tabLst>
              <a:defRPr lang="en-US" sz="3000" b="1" kern="1200" cap="none" spc="0" baseline="0" dirty="0">
                <a:solidFill>
                  <a:schemeClr val="bg1"/>
                </a:solidFill>
                <a:latin typeface="微软雅黑" panose="020B0503020204020204" charset="-122"/>
                <a:ea typeface="微软雅黑" panose="020B0503020204020204" charset="-122"/>
                <a:cs typeface="Arial" panose="020B0604020202020204" pitchFamily="34" charset="0"/>
              </a:defRPr>
            </a:lvl1pPr>
          </a:lstStyle>
          <a:p>
            <a:r>
              <a:rPr lang="zh-CN" altLang="en-US"/>
              <a:t>单击此处编辑母版标题样式</a:t>
            </a:r>
            <a:endParaRPr lang="en-US" dirty="0"/>
          </a:p>
        </p:txBody>
      </p:sp>
      <p:sp>
        <p:nvSpPr>
          <p:cNvPr id="8" name="Footer Placeholder 9"/>
          <p:cNvSpPr>
            <a:spLocks noGrp="1"/>
          </p:cNvSpPr>
          <p:nvPr>
            <p:ph type="ftr" sz="quarter"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sz="1600" b="1" i="0" u="none" strike="noStrike" kern="120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mn-cs"/>
              </a:rPr>
              <a:t>2016InspurCONFIDENTIAL.Allrightsreserved.</a:t>
            </a:r>
            <a:endParaRPr kumimoji="1" lang="en-US" sz="1600" b="1" i="0" u="none" strike="noStrike" kern="120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空占位符">
    <p:spTree>
      <p:nvGrpSpPr>
        <p:cNvPr id="1" name=""/>
        <p:cNvGrpSpPr/>
        <p:nvPr/>
      </p:nvGrpSpPr>
      <p:grpSpPr>
        <a:xfrm>
          <a:off x="0" y="0"/>
          <a:ext cx="0" cy="0"/>
          <a:chOff x="0" y="0"/>
          <a:chExt cx="0" cy="0"/>
        </a:xfrm>
      </p:grpSpPr>
      <p:sp>
        <p:nvSpPr>
          <p:cNvPr id="2" name="标题 1"/>
          <p:cNvSpPr>
            <a:spLocks noGrp="1"/>
          </p:cNvSpPr>
          <p:nvPr>
            <p:ph type="title"/>
          </p:nvPr>
        </p:nvSpPr>
        <p:spPr>
          <a:xfrm>
            <a:off x="695400" y="0"/>
            <a:ext cx="10869546" cy="857419"/>
          </a:xfrm>
        </p:spPr>
        <p:txBody>
          <a:bodyPr/>
          <a:lstStyle/>
          <a:p>
            <a:r>
              <a:rPr lang="zh-CN" altLang="en-US" dirty="0"/>
              <a:t>单击此处编辑母版标题样式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1" Type="http://schemas.openxmlformats.org/officeDocument/2006/relationships/theme" Target="../theme/theme3.xml"/><Relationship Id="rId10" Type="http://schemas.openxmlformats.org/officeDocument/2006/relationships/image" Target="../media/image4.jpeg"/><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0.xml"/><Relationship Id="rId8" Type="http://schemas.openxmlformats.org/officeDocument/2006/relationships/slideLayout" Target="../slideLayouts/slideLayout39.xml"/><Relationship Id="rId7" Type="http://schemas.openxmlformats.org/officeDocument/2006/relationships/slideLayout" Target="../slideLayouts/slideLayout38.xml"/><Relationship Id="rId6" Type="http://schemas.openxmlformats.org/officeDocument/2006/relationships/slideLayout" Target="../slideLayouts/slideLayout37.xml"/><Relationship Id="rId5" Type="http://schemas.openxmlformats.org/officeDocument/2006/relationships/slideLayout" Target="../slideLayouts/slideLayout36.xml"/><Relationship Id="rId4" Type="http://schemas.openxmlformats.org/officeDocument/2006/relationships/slideLayout" Target="../slideLayouts/slideLayout35.xml"/><Relationship Id="rId3" Type="http://schemas.openxmlformats.org/officeDocument/2006/relationships/slideLayout" Target="../slideLayouts/slideLayout34.xml"/><Relationship Id="rId2" Type="http://schemas.openxmlformats.org/officeDocument/2006/relationships/slideLayout" Target="../slideLayouts/slideLayout33.xml"/><Relationship Id="rId11" Type="http://schemas.openxmlformats.org/officeDocument/2006/relationships/theme" Target="../theme/theme4.xml"/><Relationship Id="rId10" Type="http://schemas.openxmlformats.org/officeDocument/2006/relationships/image" Target="../media/image4.jpeg"/><Relationship Id="rId1"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49.xml"/><Relationship Id="rId8" Type="http://schemas.openxmlformats.org/officeDocument/2006/relationships/slideLayout" Target="../slideLayouts/slideLayout48.xml"/><Relationship Id="rId7" Type="http://schemas.openxmlformats.org/officeDocument/2006/relationships/slideLayout" Target="../slideLayouts/slideLayout47.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 Id="rId3" Type="http://schemas.openxmlformats.org/officeDocument/2006/relationships/slideLayout" Target="../slideLayouts/slideLayout43.xml"/><Relationship Id="rId2" Type="http://schemas.openxmlformats.org/officeDocument/2006/relationships/slideLayout" Target="../slideLayouts/slideLayout42.xml"/><Relationship Id="rId11" Type="http://schemas.openxmlformats.org/officeDocument/2006/relationships/theme" Target="../theme/theme5.xml"/><Relationship Id="rId10" Type="http://schemas.openxmlformats.org/officeDocument/2006/relationships/image" Target="../media/image4.jpeg"/><Relationship Id="rId1" Type="http://schemas.openxmlformats.org/officeDocument/2006/relationships/slideLayout" Target="../slideLayouts/slideLayout41.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58.xml"/><Relationship Id="rId8" Type="http://schemas.openxmlformats.org/officeDocument/2006/relationships/slideLayout" Target="../slideLayouts/slideLayout57.xml"/><Relationship Id="rId7" Type="http://schemas.openxmlformats.org/officeDocument/2006/relationships/slideLayout" Target="../slideLayouts/slideLayout56.xml"/><Relationship Id="rId6" Type="http://schemas.openxmlformats.org/officeDocument/2006/relationships/slideLayout" Target="../slideLayouts/slideLayout55.xml"/><Relationship Id="rId5" Type="http://schemas.openxmlformats.org/officeDocument/2006/relationships/slideLayout" Target="../slideLayouts/slideLayout54.xml"/><Relationship Id="rId4" Type="http://schemas.openxmlformats.org/officeDocument/2006/relationships/slideLayout" Target="../slideLayouts/slideLayout53.xml"/><Relationship Id="rId3" Type="http://schemas.openxmlformats.org/officeDocument/2006/relationships/slideLayout" Target="../slideLayouts/slideLayout52.xml"/><Relationship Id="rId2" Type="http://schemas.openxmlformats.org/officeDocument/2006/relationships/slideLayout" Target="../slideLayouts/slideLayout51.xml"/><Relationship Id="rId11" Type="http://schemas.openxmlformats.org/officeDocument/2006/relationships/theme" Target="../theme/theme6.xml"/><Relationship Id="rId10" Type="http://schemas.openxmlformats.org/officeDocument/2006/relationships/image" Target="../media/image4.jpeg"/><Relationship Id="rId1" Type="http://schemas.openxmlformats.org/officeDocument/2006/relationships/slideLayout" Target="../slideLayouts/slideLayout5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67.xml"/><Relationship Id="rId8" Type="http://schemas.openxmlformats.org/officeDocument/2006/relationships/slideLayout" Target="../slideLayouts/slideLayout66.xml"/><Relationship Id="rId7" Type="http://schemas.openxmlformats.org/officeDocument/2006/relationships/slideLayout" Target="../slideLayouts/slideLayout65.xml"/><Relationship Id="rId6" Type="http://schemas.openxmlformats.org/officeDocument/2006/relationships/slideLayout" Target="../slideLayouts/slideLayout64.xml"/><Relationship Id="rId5" Type="http://schemas.openxmlformats.org/officeDocument/2006/relationships/slideLayout" Target="../slideLayouts/slideLayout63.xml"/><Relationship Id="rId4" Type="http://schemas.openxmlformats.org/officeDocument/2006/relationships/slideLayout" Target="../slideLayouts/slideLayout62.xml"/><Relationship Id="rId3" Type="http://schemas.openxmlformats.org/officeDocument/2006/relationships/slideLayout" Target="../slideLayouts/slideLayout61.xml"/><Relationship Id="rId2" Type="http://schemas.openxmlformats.org/officeDocument/2006/relationships/slideLayout" Target="../slideLayouts/slideLayout60.xml"/><Relationship Id="rId11" Type="http://schemas.openxmlformats.org/officeDocument/2006/relationships/theme" Target="../theme/theme7.xml"/><Relationship Id="rId10" Type="http://schemas.openxmlformats.org/officeDocument/2006/relationships/image" Target="../media/image4.jpeg"/><Relationship Id="rId1"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CD9717-2197-439B-AF85-AE4E4B55B68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0DB586-A397-4681-93F8-A8F70C35077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AutoShape 10"/>
          <p:cNvSpPr>
            <a:spLocks noChangeArrowheads="1"/>
          </p:cNvSpPr>
          <p:nvPr userDrawn="1"/>
        </p:nvSpPr>
        <p:spPr bwMode="auto">
          <a:xfrm flipV="1">
            <a:off x="0" y="1"/>
            <a:ext cx="1102784" cy="825500"/>
          </a:xfrm>
          <a:prstGeom prst="rtTriangle">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4" tIns="60957" rIns="121914" bIns="60957"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endParaRPr lang="zh-CN" altLang="en-US" sz="1800" dirty="0">
              <a:solidFill>
                <a:srgbClr val="000000"/>
              </a:solidFill>
              <a:latin typeface="微软雅黑" panose="020B0503020204020204" charset="-122"/>
            </a:endParaRPr>
          </a:p>
        </p:txBody>
      </p:sp>
      <p:sp>
        <p:nvSpPr>
          <p:cNvPr id="1031" name="Rectangle 12"/>
          <p:cNvSpPr>
            <a:spLocks noChangeArrowheads="1"/>
          </p:cNvSpPr>
          <p:nvPr/>
        </p:nvSpPr>
        <p:spPr bwMode="auto">
          <a:xfrm>
            <a:off x="82551" y="116417"/>
            <a:ext cx="28448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4" tIns="60957" rIns="121914" bIns="60957"/>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fld id="{461074F0-2980-4AC2-AEB7-6AAC24092576}" type="slidenum">
              <a:rPr lang="en-US" altLang="zh-CN" smtClean="0">
                <a:solidFill>
                  <a:srgbClr val="FFFFFF"/>
                </a:solidFill>
                <a:latin typeface="MyriadRegular" pitchFamily="2" charset="0"/>
              </a:rPr>
            </a:fld>
            <a:endParaRPr lang="en-US" altLang="zh-CN">
              <a:solidFill>
                <a:srgbClr val="FFFFFF"/>
              </a:solidFill>
              <a:latin typeface="MyriadRegular" pitchFamily="2"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Lst>
  <p:hf sldNum="0" hdr="0"/>
  <p:txStyles>
    <p:titleStyle>
      <a:lvl1pPr algn="l" rtl="0" eaLnBrk="0" fontAlgn="base" hangingPunct="0">
        <a:spcBef>
          <a:spcPct val="0"/>
        </a:spcBef>
        <a:spcAft>
          <a:spcPct val="0"/>
        </a:spcAft>
        <a:defRPr sz="4300" b="1">
          <a:solidFill>
            <a:srgbClr val="0062AC"/>
          </a:solidFill>
          <a:latin typeface="+mj-lt"/>
          <a:ea typeface="+mj-ea"/>
          <a:cs typeface="+mj-cs"/>
        </a:defRPr>
      </a:lvl1pPr>
      <a:lvl2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2pPr>
      <a:lvl3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3pPr>
      <a:lvl4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4pPr>
      <a:lvl5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5pPr>
      <a:lvl6pPr marL="609600" algn="l" rtl="0" fontAlgn="base">
        <a:spcBef>
          <a:spcPct val="0"/>
        </a:spcBef>
        <a:spcAft>
          <a:spcPct val="0"/>
        </a:spcAft>
        <a:defRPr sz="4300" b="1">
          <a:solidFill>
            <a:srgbClr val="0062AC"/>
          </a:solidFill>
          <a:latin typeface="MyriadRegular" pitchFamily="2" charset="0"/>
          <a:ea typeface="文鼎CS中等线" pitchFamily="49" charset="-122"/>
        </a:defRPr>
      </a:lvl6pPr>
      <a:lvl7pPr marL="1219200" algn="l" rtl="0" fontAlgn="base">
        <a:spcBef>
          <a:spcPct val="0"/>
        </a:spcBef>
        <a:spcAft>
          <a:spcPct val="0"/>
        </a:spcAft>
        <a:defRPr sz="4300" b="1">
          <a:solidFill>
            <a:srgbClr val="0062AC"/>
          </a:solidFill>
          <a:latin typeface="MyriadRegular" pitchFamily="2" charset="0"/>
          <a:ea typeface="文鼎CS中等线" pitchFamily="49" charset="-122"/>
        </a:defRPr>
      </a:lvl7pPr>
      <a:lvl8pPr marL="1828800" algn="l" rtl="0" fontAlgn="base">
        <a:spcBef>
          <a:spcPct val="0"/>
        </a:spcBef>
        <a:spcAft>
          <a:spcPct val="0"/>
        </a:spcAft>
        <a:defRPr sz="4300" b="1">
          <a:solidFill>
            <a:srgbClr val="0062AC"/>
          </a:solidFill>
          <a:latin typeface="MyriadRegular" pitchFamily="2" charset="0"/>
          <a:ea typeface="文鼎CS中等线" pitchFamily="49" charset="-122"/>
        </a:defRPr>
      </a:lvl8pPr>
      <a:lvl9pPr marL="2438400" algn="l" rtl="0" fontAlgn="base">
        <a:spcBef>
          <a:spcPct val="0"/>
        </a:spcBef>
        <a:spcAft>
          <a:spcPct val="0"/>
        </a:spcAft>
        <a:defRPr sz="4300" b="1">
          <a:solidFill>
            <a:srgbClr val="0062AC"/>
          </a:solidFill>
          <a:latin typeface="MyriadRegular" pitchFamily="2" charset="0"/>
          <a:ea typeface="文鼎CS中等线" pitchFamily="49" charset="-122"/>
        </a:defRPr>
      </a:lvl9pPr>
    </p:titleStyle>
    <p:bodyStyle>
      <a:lvl1pPr marL="455295" indent="-455295" algn="l" rtl="0" eaLnBrk="0" fontAlgn="t" hangingPunct="0">
        <a:lnSpc>
          <a:spcPct val="120000"/>
        </a:lnSpc>
        <a:spcBef>
          <a:spcPct val="20000"/>
        </a:spcBef>
        <a:spcAft>
          <a:spcPct val="0"/>
        </a:spcAft>
        <a:buClr>
          <a:schemeClr val="accent2"/>
        </a:buClr>
        <a:buBlip>
          <a:blip r:embed="rId10"/>
        </a:buBlip>
        <a:defRPr sz="3200">
          <a:solidFill>
            <a:schemeClr val="tx1"/>
          </a:solidFill>
          <a:latin typeface="+mn-lt"/>
          <a:ea typeface="+mn-ea"/>
          <a:cs typeface="+mn-cs"/>
        </a:defRPr>
      </a:lvl1pPr>
      <a:lvl2pPr marL="988695" indent="-379095" algn="l" rtl="0" eaLnBrk="0" fontAlgn="t" hangingPunct="0">
        <a:lnSpc>
          <a:spcPct val="120000"/>
        </a:lnSpc>
        <a:spcBef>
          <a:spcPct val="20000"/>
        </a:spcBef>
        <a:spcAft>
          <a:spcPct val="0"/>
        </a:spcAft>
        <a:buClr>
          <a:schemeClr val="accent2"/>
        </a:buClr>
        <a:buFont typeface="Arial" panose="020B0604020202020204" pitchFamily="34" charset="0"/>
        <a:buBlip>
          <a:blip r:embed="rId10"/>
        </a:buBlip>
        <a:defRPr sz="2700">
          <a:solidFill>
            <a:schemeClr val="tx1"/>
          </a:solidFill>
          <a:latin typeface="+mn-lt"/>
          <a:ea typeface="+mn-ea"/>
        </a:defRPr>
      </a:lvl2pPr>
      <a:lvl3pPr marL="1572895" indent="-353695" algn="l" rtl="0" eaLnBrk="0" fontAlgn="t" hangingPunct="0">
        <a:lnSpc>
          <a:spcPct val="120000"/>
        </a:lnSpc>
        <a:spcBef>
          <a:spcPct val="20000"/>
        </a:spcBef>
        <a:spcAft>
          <a:spcPct val="0"/>
        </a:spcAft>
        <a:buClr>
          <a:schemeClr val="accent2"/>
        </a:buClr>
        <a:buBlip>
          <a:blip r:embed="rId10"/>
        </a:buBlip>
        <a:defRPr sz="2700">
          <a:solidFill>
            <a:schemeClr val="tx1"/>
          </a:solidFill>
          <a:latin typeface="+mn-lt"/>
          <a:ea typeface="+mn-ea"/>
        </a:defRPr>
      </a:lvl3pPr>
      <a:lvl4pPr marL="2182495" indent="-353695" algn="l" rtl="0" eaLnBrk="0" fontAlgn="t" hangingPunct="0">
        <a:lnSpc>
          <a:spcPct val="120000"/>
        </a:lnSpc>
        <a:spcBef>
          <a:spcPct val="20000"/>
        </a:spcBef>
        <a:spcAft>
          <a:spcPct val="0"/>
        </a:spcAft>
        <a:buClr>
          <a:schemeClr val="accent2"/>
        </a:buClr>
        <a:buFont typeface="Arial" panose="020B0604020202020204" pitchFamily="34" charset="0"/>
        <a:buBlip>
          <a:blip r:embed="rId10"/>
        </a:buBlip>
        <a:defRPr sz="2700">
          <a:solidFill>
            <a:schemeClr val="tx1"/>
          </a:solidFill>
          <a:latin typeface="+mn-lt"/>
          <a:ea typeface="+mn-ea"/>
        </a:defRPr>
      </a:lvl4pPr>
      <a:lvl5pPr marL="2792095" indent="-353695" algn="l" rtl="0" eaLnBrk="0" fontAlgn="t" hangingPunct="0">
        <a:lnSpc>
          <a:spcPct val="120000"/>
        </a:lnSpc>
        <a:spcBef>
          <a:spcPct val="20000"/>
        </a:spcBef>
        <a:spcAft>
          <a:spcPct val="0"/>
        </a:spcAft>
        <a:buClr>
          <a:schemeClr val="accent2"/>
        </a:buClr>
        <a:buBlip>
          <a:blip r:embed="rId10"/>
        </a:buBlip>
        <a:defRPr sz="2700">
          <a:solidFill>
            <a:schemeClr val="tx1"/>
          </a:solidFill>
          <a:latin typeface="+mn-lt"/>
          <a:ea typeface="+mn-ea"/>
        </a:defRPr>
      </a:lvl5pPr>
      <a:lvl6pPr marL="34036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6pPr>
      <a:lvl7pPr marL="40132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7pPr>
      <a:lvl8pPr marL="46228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8pPr>
      <a:lvl9pPr marL="52324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AutoShape 10"/>
          <p:cNvSpPr>
            <a:spLocks noChangeArrowheads="1"/>
          </p:cNvSpPr>
          <p:nvPr userDrawn="1"/>
        </p:nvSpPr>
        <p:spPr bwMode="auto">
          <a:xfrm flipV="1">
            <a:off x="0" y="1"/>
            <a:ext cx="1102784" cy="825500"/>
          </a:xfrm>
          <a:prstGeom prst="rtTriangle">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4" tIns="60957" rIns="121914" bIns="60957"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endParaRPr lang="zh-CN" altLang="en-US" sz="1800" dirty="0">
              <a:solidFill>
                <a:srgbClr val="000000"/>
              </a:solidFill>
              <a:latin typeface="微软雅黑" panose="020B0503020204020204" charset="-122"/>
            </a:endParaRPr>
          </a:p>
        </p:txBody>
      </p:sp>
      <p:sp>
        <p:nvSpPr>
          <p:cNvPr id="1031" name="Rectangle 12"/>
          <p:cNvSpPr>
            <a:spLocks noChangeArrowheads="1"/>
          </p:cNvSpPr>
          <p:nvPr/>
        </p:nvSpPr>
        <p:spPr bwMode="auto">
          <a:xfrm>
            <a:off x="82551" y="116417"/>
            <a:ext cx="28448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4" tIns="60957" rIns="121914" bIns="60957"/>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fld id="{461074F0-2980-4AC2-AEB7-6AAC24092576}" type="slidenum">
              <a:rPr lang="en-US" altLang="zh-CN" smtClean="0">
                <a:solidFill>
                  <a:srgbClr val="FFFFFF"/>
                </a:solidFill>
                <a:latin typeface="MyriadRegular" pitchFamily="2" charset="0"/>
              </a:rPr>
            </a:fld>
            <a:endParaRPr lang="en-US" altLang="zh-CN">
              <a:solidFill>
                <a:srgbClr val="FFFFFF"/>
              </a:solidFill>
              <a:latin typeface="MyriadRegular" pitchFamily="2" charset="0"/>
            </a:endParaRPr>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Lst>
  <p:hf sldNum="0" hdr="0"/>
  <p:txStyles>
    <p:titleStyle>
      <a:lvl1pPr algn="l" rtl="0" eaLnBrk="0" fontAlgn="base" hangingPunct="0">
        <a:spcBef>
          <a:spcPct val="0"/>
        </a:spcBef>
        <a:spcAft>
          <a:spcPct val="0"/>
        </a:spcAft>
        <a:defRPr sz="4300" b="1">
          <a:solidFill>
            <a:srgbClr val="0062AC"/>
          </a:solidFill>
          <a:latin typeface="+mj-lt"/>
          <a:ea typeface="+mj-ea"/>
          <a:cs typeface="+mj-cs"/>
        </a:defRPr>
      </a:lvl1pPr>
      <a:lvl2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2pPr>
      <a:lvl3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3pPr>
      <a:lvl4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4pPr>
      <a:lvl5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5pPr>
      <a:lvl6pPr marL="609600" algn="l" rtl="0" fontAlgn="base">
        <a:spcBef>
          <a:spcPct val="0"/>
        </a:spcBef>
        <a:spcAft>
          <a:spcPct val="0"/>
        </a:spcAft>
        <a:defRPr sz="4300" b="1">
          <a:solidFill>
            <a:srgbClr val="0062AC"/>
          </a:solidFill>
          <a:latin typeface="MyriadRegular" pitchFamily="2" charset="0"/>
          <a:ea typeface="文鼎CS中等线" pitchFamily="49" charset="-122"/>
        </a:defRPr>
      </a:lvl6pPr>
      <a:lvl7pPr marL="1219200" algn="l" rtl="0" fontAlgn="base">
        <a:spcBef>
          <a:spcPct val="0"/>
        </a:spcBef>
        <a:spcAft>
          <a:spcPct val="0"/>
        </a:spcAft>
        <a:defRPr sz="4300" b="1">
          <a:solidFill>
            <a:srgbClr val="0062AC"/>
          </a:solidFill>
          <a:latin typeface="MyriadRegular" pitchFamily="2" charset="0"/>
          <a:ea typeface="文鼎CS中等线" pitchFamily="49" charset="-122"/>
        </a:defRPr>
      </a:lvl7pPr>
      <a:lvl8pPr marL="1828800" algn="l" rtl="0" fontAlgn="base">
        <a:spcBef>
          <a:spcPct val="0"/>
        </a:spcBef>
        <a:spcAft>
          <a:spcPct val="0"/>
        </a:spcAft>
        <a:defRPr sz="4300" b="1">
          <a:solidFill>
            <a:srgbClr val="0062AC"/>
          </a:solidFill>
          <a:latin typeface="MyriadRegular" pitchFamily="2" charset="0"/>
          <a:ea typeface="文鼎CS中等线" pitchFamily="49" charset="-122"/>
        </a:defRPr>
      </a:lvl8pPr>
      <a:lvl9pPr marL="2438400" algn="l" rtl="0" fontAlgn="base">
        <a:spcBef>
          <a:spcPct val="0"/>
        </a:spcBef>
        <a:spcAft>
          <a:spcPct val="0"/>
        </a:spcAft>
        <a:defRPr sz="4300" b="1">
          <a:solidFill>
            <a:srgbClr val="0062AC"/>
          </a:solidFill>
          <a:latin typeface="MyriadRegular" pitchFamily="2" charset="0"/>
          <a:ea typeface="文鼎CS中等线" pitchFamily="49" charset="-122"/>
        </a:defRPr>
      </a:lvl9pPr>
    </p:titleStyle>
    <p:bodyStyle>
      <a:lvl1pPr marL="455295" indent="-455295" algn="l" rtl="0" eaLnBrk="0" fontAlgn="t" hangingPunct="0">
        <a:lnSpc>
          <a:spcPct val="120000"/>
        </a:lnSpc>
        <a:spcBef>
          <a:spcPct val="20000"/>
        </a:spcBef>
        <a:spcAft>
          <a:spcPct val="0"/>
        </a:spcAft>
        <a:buClr>
          <a:schemeClr val="accent2"/>
        </a:buClr>
        <a:buBlip>
          <a:blip r:embed="rId10"/>
        </a:buBlip>
        <a:defRPr sz="3200">
          <a:solidFill>
            <a:schemeClr val="tx1"/>
          </a:solidFill>
          <a:latin typeface="+mn-lt"/>
          <a:ea typeface="+mn-ea"/>
          <a:cs typeface="+mn-cs"/>
        </a:defRPr>
      </a:lvl1pPr>
      <a:lvl2pPr marL="988695" indent="-379095" algn="l" rtl="0" eaLnBrk="0" fontAlgn="t" hangingPunct="0">
        <a:lnSpc>
          <a:spcPct val="120000"/>
        </a:lnSpc>
        <a:spcBef>
          <a:spcPct val="20000"/>
        </a:spcBef>
        <a:spcAft>
          <a:spcPct val="0"/>
        </a:spcAft>
        <a:buClr>
          <a:schemeClr val="accent2"/>
        </a:buClr>
        <a:buFont typeface="Arial" panose="020B0604020202020204" pitchFamily="34" charset="0"/>
        <a:buBlip>
          <a:blip r:embed="rId10"/>
        </a:buBlip>
        <a:defRPr sz="2700">
          <a:solidFill>
            <a:schemeClr val="tx1"/>
          </a:solidFill>
          <a:latin typeface="+mn-lt"/>
          <a:ea typeface="+mn-ea"/>
        </a:defRPr>
      </a:lvl2pPr>
      <a:lvl3pPr marL="1572895" indent="-353695" algn="l" rtl="0" eaLnBrk="0" fontAlgn="t" hangingPunct="0">
        <a:lnSpc>
          <a:spcPct val="120000"/>
        </a:lnSpc>
        <a:spcBef>
          <a:spcPct val="20000"/>
        </a:spcBef>
        <a:spcAft>
          <a:spcPct val="0"/>
        </a:spcAft>
        <a:buClr>
          <a:schemeClr val="accent2"/>
        </a:buClr>
        <a:buBlip>
          <a:blip r:embed="rId10"/>
        </a:buBlip>
        <a:defRPr sz="2700">
          <a:solidFill>
            <a:schemeClr val="tx1"/>
          </a:solidFill>
          <a:latin typeface="+mn-lt"/>
          <a:ea typeface="+mn-ea"/>
        </a:defRPr>
      </a:lvl3pPr>
      <a:lvl4pPr marL="2182495" indent="-353695" algn="l" rtl="0" eaLnBrk="0" fontAlgn="t" hangingPunct="0">
        <a:lnSpc>
          <a:spcPct val="120000"/>
        </a:lnSpc>
        <a:spcBef>
          <a:spcPct val="20000"/>
        </a:spcBef>
        <a:spcAft>
          <a:spcPct val="0"/>
        </a:spcAft>
        <a:buClr>
          <a:schemeClr val="accent2"/>
        </a:buClr>
        <a:buFont typeface="Arial" panose="020B0604020202020204" pitchFamily="34" charset="0"/>
        <a:buBlip>
          <a:blip r:embed="rId10"/>
        </a:buBlip>
        <a:defRPr sz="2700">
          <a:solidFill>
            <a:schemeClr val="tx1"/>
          </a:solidFill>
          <a:latin typeface="+mn-lt"/>
          <a:ea typeface="+mn-ea"/>
        </a:defRPr>
      </a:lvl4pPr>
      <a:lvl5pPr marL="2792095" indent="-353695" algn="l" rtl="0" eaLnBrk="0" fontAlgn="t" hangingPunct="0">
        <a:lnSpc>
          <a:spcPct val="120000"/>
        </a:lnSpc>
        <a:spcBef>
          <a:spcPct val="20000"/>
        </a:spcBef>
        <a:spcAft>
          <a:spcPct val="0"/>
        </a:spcAft>
        <a:buClr>
          <a:schemeClr val="accent2"/>
        </a:buClr>
        <a:buBlip>
          <a:blip r:embed="rId10"/>
        </a:buBlip>
        <a:defRPr sz="2700">
          <a:solidFill>
            <a:schemeClr val="tx1"/>
          </a:solidFill>
          <a:latin typeface="+mn-lt"/>
          <a:ea typeface="+mn-ea"/>
        </a:defRPr>
      </a:lvl5pPr>
      <a:lvl6pPr marL="34036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6pPr>
      <a:lvl7pPr marL="40132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7pPr>
      <a:lvl8pPr marL="46228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8pPr>
      <a:lvl9pPr marL="52324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AutoShape 10"/>
          <p:cNvSpPr>
            <a:spLocks noChangeArrowheads="1"/>
          </p:cNvSpPr>
          <p:nvPr userDrawn="1"/>
        </p:nvSpPr>
        <p:spPr bwMode="auto">
          <a:xfrm flipV="1">
            <a:off x="0" y="1"/>
            <a:ext cx="1102784" cy="825500"/>
          </a:xfrm>
          <a:prstGeom prst="rtTriangle">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4" tIns="60957" rIns="121914" bIns="60957"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endParaRPr lang="zh-CN" altLang="en-US" sz="1800" dirty="0">
              <a:solidFill>
                <a:srgbClr val="000000"/>
              </a:solidFill>
              <a:latin typeface="微软雅黑" panose="020B0503020204020204" charset="-122"/>
            </a:endParaRPr>
          </a:p>
        </p:txBody>
      </p:sp>
      <p:sp>
        <p:nvSpPr>
          <p:cNvPr id="1031" name="Rectangle 12"/>
          <p:cNvSpPr>
            <a:spLocks noChangeArrowheads="1"/>
          </p:cNvSpPr>
          <p:nvPr/>
        </p:nvSpPr>
        <p:spPr bwMode="auto">
          <a:xfrm>
            <a:off x="82551" y="116417"/>
            <a:ext cx="28448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4" tIns="60957" rIns="121914" bIns="60957"/>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fld id="{461074F0-2980-4AC2-AEB7-6AAC24092576}" type="slidenum">
              <a:rPr lang="en-US" altLang="zh-CN" smtClean="0">
                <a:solidFill>
                  <a:srgbClr val="FFFFFF"/>
                </a:solidFill>
                <a:latin typeface="MyriadRegular" pitchFamily="2" charset="0"/>
              </a:rPr>
            </a:fld>
            <a:endParaRPr lang="en-US" altLang="zh-CN">
              <a:solidFill>
                <a:srgbClr val="FFFFFF"/>
              </a:solidFill>
              <a:latin typeface="MyriadRegular" pitchFamily="2" charset="0"/>
            </a:endParaRPr>
          </a:p>
        </p:txBody>
      </p:sp>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Lst>
  <p:hf sldNum="0" hdr="0"/>
  <p:txStyles>
    <p:titleStyle>
      <a:lvl1pPr algn="l" rtl="0" eaLnBrk="0" fontAlgn="base" hangingPunct="0">
        <a:spcBef>
          <a:spcPct val="0"/>
        </a:spcBef>
        <a:spcAft>
          <a:spcPct val="0"/>
        </a:spcAft>
        <a:defRPr sz="4300" b="1">
          <a:solidFill>
            <a:srgbClr val="0062AC"/>
          </a:solidFill>
          <a:latin typeface="+mj-lt"/>
          <a:ea typeface="+mj-ea"/>
          <a:cs typeface="+mj-cs"/>
        </a:defRPr>
      </a:lvl1pPr>
      <a:lvl2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2pPr>
      <a:lvl3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3pPr>
      <a:lvl4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4pPr>
      <a:lvl5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5pPr>
      <a:lvl6pPr marL="609600" algn="l" rtl="0" fontAlgn="base">
        <a:spcBef>
          <a:spcPct val="0"/>
        </a:spcBef>
        <a:spcAft>
          <a:spcPct val="0"/>
        </a:spcAft>
        <a:defRPr sz="4300" b="1">
          <a:solidFill>
            <a:srgbClr val="0062AC"/>
          </a:solidFill>
          <a:latin typeface="MyriadRegular" pitchFamily="2" charset="0"/>
          <a:ea typeface="文鼎CS中等线" pitchFamily="49" charset="-122"/>
        </a:defRPr>
      </a:lvl6pPr>
      <a:lvl7pPr marL="1219200" algn="l" rtl="0" fontAlgn="base">
        <a:spcBef>
          <a:spcPct val="0"/>
        </a:spcBef>
        <a:spcAft>
          <a:spcPct val="0"/>
        </a:spcAft>
        <a:defRPr sz="4300" b="1">
          <a:solidFill>
            <a:srgbClr val="0062AC"/>
          </a:solidFill>
          <a:latin typeface="MyriadRegular" pitchFamily="2" charset="0"/>
          <a:ea typeface="文鼎CS中等线" pitchFamily="49" charset="-122"/>
        </a:defRPr>
      </a:lvl7pPr>
      <a:lvl8pPr marL="1828800" algn="l" rtl="0" fontAlgn="base">
        <a:spcBef>
          <a:spcPct val="0"/>
        </a:spcBef>
        <a:spcAft>
          <a:spcPct val="0"/>
        </a:spcAft>
        <a:defRPr sz="4300" b="1">
          <a:solidFill>
            <a:srgbClr val="0062AC"/>
          </a:solidFill>
          <a:latin typeface="MyriadRegular" pitchFamily="2" charset="0"/>
          <a:ea typeface="文鼎CS中等线" pitchFamily="49" charset="-122"/>
        </a:defRPr>
      </a:lvl8pPr>
      <a:lvl9pPr marL="2438400" algn="l" rtl="0" fontAlgn="base">
        <a:spcBef>
          <a:spcPct val="0"/>
        </a:spcBef>
        <a:spcAft>
          <a:spcPct val="0"/>
        </a:spcAft>
        <a:defRPr sz="4300" b="1">
          <a:solidFill>
            <a:srgbClr val="0062AC"/>
          </a:solidFill>
          <a:latin typeface="MyriadRegular" pitchFamily="2" charset="0"/>
          <a:ea typeface="文鼎CS中等线" pitchFamily="49" charset="-122"/>
        </a:defRPr>
      </a:lvl9pPr>
    </p:titleStyle>
    <p:bodyStyle>
      <a:lvl1pPr marL="455295" indent="-455295" algn="l" rtl="0" eaLnBrk="0" fontAlgn="t" hangingPunct="0">
        <a:lnSpc>
          <a:spcPct val="120000"/>
        </a:lnSpc>
        <a:spcBef>
          <a:spcPct val="20000"/>
        </a:spcBef>
        <a:spcAft>
          <a:spcPct val="0"/>
        </a:spcAft>
        <a:buClr>
          <a:schemeClr val="accent2"/>
        </a:buClr>
        <a:buBlip>
          <a:blip r:embed="rId10"/>
        </a:buBlip>
        <a:defRPr sz="3200">
          <a:solidFill>
            <a:schemeClr val="tx1"/>
          </a:solidFill>
          <a:latin typeface="+mn-lt"/>
          <a:ea typeface="+mn-ea"/>
          <a:cs typeface="+mn-cs"/>
        </a:defRPr>
      </a:lvl1pPr>
      <a:lvl2pPr marL="988695" indent="-379095" algn="l" rtl="0" eaLnBrk="0" fontAlgn="t" hangingPunct="0">
        <a:lnSpc>
          <a:spcPct val="120000"/>
        </a:lnSpc>
        <a:spcBef>
          <a:spcPct val="20000"/>
        </a:spcBef>
        <a:spcAft>
          <a:spcPct val="0"/>
        </a:spcAft>
        <a:buClr>
          <a:schemeClr val="accent2"/>
        </a:buClr>
        <a:buFont typeface="Arial" panose="020B0604020202020204" pitchFamily="34" charset="0"/>
        <a:buBlip>
          <a:blip r:embed="rId10"/>
        </a:buBlip>
        <a:defRPr sz="2700">
          <a:solidFill>
            <a:schemeClr val="tx1"/>
          </a:solidFill>
          <a:latin typeface="+mn-lt"/>
          <a:ea typeface="+mn-ea"/>
        </a:defRPr>
      </a:lvl2pPr>
      <a:lvl3pPr marL="1572895" indent="-353695" algn="l" rtl="0" eaLnBrk="0" fontAlgn="t" hangingPunct="0">
        <a:lnSpc>
          <a:spcPct val="120000"/>
        </a:lnSpc>
        <a:spcBef>
          <a:spcPct val="20000"/>
        </a:spcBef>
        <a:spcAft>
          <a:spcPct val="0"/>
        </a:spcAft>
        <a:buClr>
          <a:schemeClr val="accent2"/>
        </a:buClr>
        <a:buBlip>
          <a:blip r:embed="rId10"/>
        </a:buBlip>
        <a:defRPr sz="2700">
          <a:solidFill>
            <a:schemeClr val="tx1"/>
          </a:solidFill>
          <a:latin typeface="+mn-lt"/>
          <a:ea typeface="+mn-ea"/>
        </a:defRPr>
      </a:lvl3pPr>
      <a:lvl4pPr marL="2182495" indent="-353695" algn="l" rtl="0" eaLnBrk="0" fontAlgn="t" hangingPunct="0">
        <a:lnSpc>
          <a:spcPct val="120000"/>
        </a:lnSpc>
        <a:spcBef>
          <a:spcPct val="20000"/>
        </a:spcBef>
        <a:spcAft>
          <a:spcPct val="0"/>
        </a:spcAft>
        <a:buClr>
          <a:schemeClr val="accent2"/>
        </a:buClr>
        <a:buFont typeface="Arial" panose="020B0604020202020204" pitchFamily="34" charset="0"/>
        <a:buBlip>
          <a:blip r:embed="rId10"/>
        </a:buBlip>
        <a:defRPr sz="2700">
          <a:solidFill>
            <a:schemeClr val="tx1"/>
          </a:solidFill>
          <a:latin typeface="+mn-lt"/>
          <a:ea typeface="+mn-ea"/>
        </a:defRPr>
      </a:lvl4pPr>
      <a:lvl5pPr marL="2792095" indent="-353695" algn="l" rtl="0" eaLnBrk="0" fontAlgn="t" hangingPunct="0">
        <a:lnSpc>
          <a:spcPct val="120000"/>
        </a:lnSpc>
        <a:spcBef>
          <a:spcPct val="20000"/>
        </a:spcBef>
        <a:spcAft>
          <a:spcPct val="0"/>
        </a:spcAft>
        <a:buClr>
          <a:schemeClr val="accent2"/>
        </a:buClr>
        <a:buBlip>
          <a:blip r:embed="rId10"/>
        </a:buBlip>
        <a:defRPr sz="2700">
          <a:solidFill>
            <a:schemeClr val="tx1"/>
          </a:solidFill>
          <a:latin typeface="+mn-lt"/>
          <a:ea typeface="+mn-ea"/>
        </a:defRPr>
      </a:lvl5pPr>
      <a:lvl6pPr marL="34036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6pPr>
      <a:lvl7pPr marL="40132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7pPr>
      <a:lvl8pPr marL="46228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8pPr>
      <a:lvl9pPr marL="52324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AutoShape 10"/>
          <p:cNvSpPr>
            <a:spLocks noChangeArrowheads="1"/>
          </p:cNvSpPr>
          <p:nvPr userDrawn="1"/>
        </p:nvSpPr>
        <p:spPr bwMode="auto">
          <a:xfrm flipV="1">
            <a:off x="0" y="1"/>
            <a:ext cx="1102784" cy="825500"/>
          </a:xfrm>
          <a:prstGeom prst="rtTriangle">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4" tIns="60957" rIns="121914" bIns="60957"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endParaRPr lang="zh-CN" altLang="en-US" sz="1800" dirty="0">
              <a:solidFill>
                <a:srgbClr val="000000"/>
              </a:solidFill>
              <a:latin typeface="微软雅黑" panose="020B0503020204020204" charset="-122"/>
            </a:endParaRPr>
          </a:p>
        </p:txBody>
      </p:sp>
      <p:sp>
        <p:nvSpPr>
          <p:cNvPr id="1031" name="Rectangle 12"/>
          <p:cNvSpPr>
            <a:spLocks noChangeArrowheads="1"/>
          </p:cNvSpPr>
          <p:nvPr/>
        </p:nvSpPr>
        <p:spPr bwMode="auto">
          <a:xfrm>
            <a:off x="82551" y="116417"/>
            <a:ext cx="28448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4" tIns="60957" rIns="121914" bIns="60957"/>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fld id="{461074F0-2980-4AC2-AEB7-6AAC24092576}" type="slidenum">
              <a:rPr lang="en-US" altLang="zh-CN" smtClean="0">
                <a:solidFill>
                  <a:srgbClr val="FFFFFF"/>
                </a:solidFill>
                <a:latin typeface="MyriadRegular" pitchFamily="2" charset="0"/>
              </a:rPr>
            </a:fld>
            <a:endParaRPr lang="en-US" altLang="zh-CN">
              <a:solidFill>
                <a:srgbClr val="FFFFFF"/>
              </a:solidFill>
              <a:latin typeface="MyriadRegular" pitchFamily="2" charset="0"/>
            </a:endParaRPr>
          </a:p>
        </p:txBody>
      </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Lst>
  <p:hf sldNum="0" hdr="0"/>
  <p:txStyles>
    <p:titleStyle>
      <a:lvl1pPr algn="l" rtl="0" eaLnBrk="0" fontAlgn="base" hangingPunct="0">
        <a:spcBef>
          <a:spcPct val="0"/>
        </a:spcBef>
        <a:spcAft>
          <a:spcPct val="0"/>
        </a:spcAft>
        <a:defRPr sz="4300" b="1">
          <a:solidFill>
            <a:srgbClr val="0062AC"/>
          </a:solidFill>
          <a:latin typeface="+mj-lt"/>
          <a:ea typeface="+mj-ea"/>
          <a:cs typeface="+mj-cs"/>
        </a:defRPr>
      </a:lvl1pPr>
      <a:lvl2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2pPr>
      <a:lvl3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3pPr>
      <a:lvl4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4pPr>
      <a:lvl5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5pPr>
      <a:lvl6pPr marL="609600" algn="l" rtl="0" fontAlgn="base">
        <a:spcBef>
          <a:spcPct val="0"/>
        </a:spcBef>
        <a:spcAft>
          <a:spcPct val="0"/>
        </a:spcAft>
        <a:defRPr sz="4300" b="1">
          <a:solidFill>
            <a:srgbClr val="0062AC"/>
          </a:solidFill>
          <a:latin typeface="MyriadRegular" pitchFamily="2" charset="0"/>
          <a:ea typeface="文鼎CS中等线" pitchFamily="49" charset="-122"/>
        </a:defRPr>
      </a:lvl6pPr>
      <a:lvl7pPr marL="1219200" algn="l" rtl="0" fontAlgn="base">
        <a:spcBef>
          <a:spcPct val="0"/>
        </a:spcBef>
        <a:spcAft>
          <a:spcPct val="0"/>
        </a:spcAft>
        <a:defRPr sz="4300" b="1">
          <a:solidFill>
            <a:srgbClr val="0062AC"/>
          </a:solidFill>
          <a:latin typeface="MyriadRegular" pitchFamily="2" charset="0"/>
          <a:ea typeface="文鼎CS中等线" pitchFamily="49" charset="-122"/>
        </a:defRPr>
      </a:lvl7pPr>
      <a:lvl8pPr marL="1828800" algn="l" rtl="0" fontAlgn="base">
        <a:spcBef>
          <a:spcPct val="0"/>
        </a:spcBef>
        <a:spcAft>
          <a:spcPct val="0"/>
        </a:spcAft>
        <a:defRPr sz="4300" b="1">
          <a:solidFill>
            <a:srgbClr val="0062AC"/>
          </a:solidFill>
          <a:latin typeface="MyriadRegular" pitchFamily="2" charset="0"/>
          <a:ea typeface="文鼎CS中等线" pitchFamily="49" charset="-122"/>
        </a:defRPr>
      </a:lvl8pPr>
      <a:lvl9pPr marL="2438400" algn="l" rtl="0" fontAlgn="base">
        <a:spcBef>
          <a:spcPct val="0"/>
        </a:spcBef>
        <a:spcAft>
          <a:spcPct val="0"/>
        </a:spcAft>
        <a:defRPr sz="4300" b="1">
          <a:solidFill>
            <a:srgbClr val="0062AC"/>
          </a:solidFill>
          <a:latin typeface="MyriadRegular" pitchFamily="2" charset="0"/>
          <a:ea typeface="文鼎CS中等线" pitchFamily="49" charset="-122"/>
        </a:defRPr>
      </a:lvl9pPr>
    </p:titleStyle>
    <p:bodyStyle>
      <a:lvl1pPr marL="455295" indent="-455295" algn="l" rtl="0" eaLnBrk="0" fontAlgn="t" hangingPunct="0">
        <a:lnSpc>
          <a:spcPct val="120000"/>
        </a:lnSpc>
        <a:spcBef>
          <a:spcPct val="20000"/>
        </a:spcBef>
        <a:spcAft>
          <a:spcPct val="0"/>
        </a:spcAft>
        <a:buClr>
          <a:schemeClr val="accent2"/>
        </a:buClr>
        <a:buBlip>
          <a:blip r:embed="rId10"/>
        </a:buBlip>
        <a:defRPr sz="3200">
          <a:solidFill>
            <a:schemeClr val="tx1"/>
          </a:solidFill>
          <a:latin typeface="+mn-lt"/>
          <a:ea typeface="+mn-ea"/>
          <a:cs typeface="+mn-cs"/>
        </a:defRPr>
      </a:lvl1pPr>
      <a:lvl2pPr marL="988695" indent="-379095" algn="l" rtl="0" eaLnBrk="0" fontAlgn="t" hangingPunct="0">
        <a:lnSpc>
          <a:spcPct val="120000"/>
        </a:lnSpc>
        <a:spcBef>
          <a:spcPct val="20000"/>
        </a:spcBef>
        <a:spcAft>
          <a:spcPct val="0"/>
        </a:spcAft>
        <a:buClr>
          <a:schemeClr val="accent2"/>
        </a:buClr>
        <a:buFont typeface="Arial" panose="020B0604020202020204" pitchFamily="34" charset="0"/>
        <a:buBlip>
          <a:blip r:embed="rId10"/>
        </a:buBlip>
        <a:defRPr sz="2700">
          <a:solidFill>
            <a:schemeClr val="tx1"/>
          </a:solidFill>
          <a:latin typeface="+mn-lt"/>
          <a:ea typeface="+mn-ea"/>
        </a:defRPr>
      </a:lvl2pPr>
      <a:lvl3pPr marL="1572895" indent="-353695" algn="l" rtl="0" eaLnBrk="0" fontAlgn="t" hangingPunct="0">
        <a:lnSpc>
          <a:spcPct val="120000"/>
        </a:lnSpc>
        <a:spcBef>
          <a:spcPct val="20000"/>
        </a:spcBef>
        <a:spcAft>
          <a:spcPct val="0"/>
        </a:spcAft>
        <a:buClr>
          <a:schemeClr val="accent2"/>
        </a:buClr>
        <a:buBlip>
          <a:blip r:embed="rId10"/>
        </a:buBlip>
        <a:defRPr sz="2700">
          <a:solidFill>
            <a:schemeClr val="tx1"/>
          </a:solidFill>
          <a:latin typeface="+mn-lt"/>
          <a:ea typeface="+mn-ea"/>
        </a:defRPr>
      </a:lvl3pPr>
      <a:lvl4pPr marL="2182495" indent="-353695" algn="l" rtl="0" eaLnBrk="0" fontAlgn="t" hangingPunct="0">
        <a:lnSpc>
          <a:spcPct val="120000"/>
        </a:lnSpc>
        <a:spcBef>
          <a:spcPct val="20000"/>
        </a:spcBef>
        <a:spcAft>
          <a:spcPct val="0"/>
        </a:spcAft>
        <a:buClr>
          <a:schemeClr val="accent2"/>
        </a:buClr>
        <a:buFont typeface="Arial" panose="020B0604020202020204" pitchFamily="34" charset="0"/>
        <a:buBlip>
          <a:blip r:embed="rId10"/>
        </a:buBlip>
        <a:defRPr sz="2700">
          <a:solidFill>
            <a:schemeClr val="tx1"/>
          </a:solidFill>
          <a:latin typeface="+mn-lt"/>
          <a:ea typeface="+mn-ea"/>
        </a:defRPr>
      </a:lvl4pPr>
      <a:lvl5pPr marL="2792095" indent="-353695" algn="l" rtl="0" eaLnBrk="0" fontAlgn="t" hangingPunct="0">
        <a:lnSpc>
          <a:spcPct val="120000"/>
        </a:lnSpc>
        <a:spcBef>
          <a:spcPct val="20000"/>
        </a:spcBef>
        <a:spcAft>
          <a:spcPct val="0"/>
        </a:spcAft>
        <a:buClr>
          <a:schemeClr val="accent2"/>
        </a:buClr>
        <a:buBlip>
          <a:blip r:embed="rId10"/>
        </a:buBlip>
        <a:defRPr sz="2700">
          <a:solidFill>
            <a:schemeClr val="tx1"/>
          </a:solidFill>
          <a:latin typeface="+mn-lt"/>
          <a:ea typeface="+mn-ea"/>
        </a:defRPr>
      </a:lvl5pPr>
      <a:lvl6pPr marL="34036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6pPr>
      <a:lvl7pPr marL="40132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7pPr>
      <a:lvl8pPr marL="46228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8pPr>
      <a:lvl9pPr marL="52324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AutoShape 10"/>
          <p:cNvSpPr>
            <a:spLocks noChangeArrowheads="1"/>
          </p:cNvSpPr>
          <p:nvPr userDrawn="1"/>
        </p:nvSpPr>
        <p:spPr bwMode="auto">
          <a:xfrm flipV="1">
            <a:off x="0" y="1"/>
            <a:ext cx="1102784" cy="825500"/>
          </a:xfrm>
          <a:prstGeom prst="rtTriangle">
            <a:avLst/>
          </a:prstGeom>
          <a:solidFill>
            <a:srgbClr val="0062A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4" tIns="60957" rIns="121914" bIns="60957"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endParaRPr lang="zh-CN" altLang="en-US" sz="1800" dirty="0">
              <a:solidFill>
                <a:srgbClr val="000000"/>
              </a:solidFill>
              <a:latin typeface="微软雅黑" panose="020B0503020204020204" charset="-122"/>
            </a:endParaRPr>
          </a:p>
        </p:txBody>
      </p:sp>
      <p:sp>
        <p:nvSpPr>
          <p:cNvPr id="1031" name="Rectangle 12"/>
          <p:cNvSpPr>
            <a:spLocks noChangeArrowheads="1"/>
          </p:cNvSpPr>
          <p:nvPr/>
        </p:nvSpPr>
        <p:spPr bwMode="auto">
          <a:xfrm>
            <a:off x="82551" y="116417"/>
            <a:ext cx="28448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4" tIns="60957" rIns="121914" bIns="60957"/>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fld id="{461074F0-2980-4AC2-AEB7-6AAC24092576}" type="slidenum">
              <a:rPr lang="en-US" altLang="zh-CN" smtClean="0">
                <a:solidFill>
                  <a:srgbClr val="FFFFFF"/>
                </a:solidFill>
                <a:latin typeface="MyriadRegular" pitchFamily="2" charset="0"/>
              </a:rPr>
            </a:fld>
            <a:endParaRPr lang="en-US" altLang="zh-CN">
              <a:solidFill>
                <a:srgbClr val="FFFFFF"/>
              </a:solidFill>
              <a:latin typeface="MyriadRegular" pitchFamily="2" charset="0"/>
            </a:endParaRP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Lst>
  <p:hf sldNum="0" hdr="0"/>
  <p:txStyles>
    <p:titleStyle>
      <a:lvl1pPr algn="l" rtl="0" eaLnBrk="0" fontAlgn="base" hangingPunct="0">
        <a:spcBef>
          <a:spcPct val="0"/>
        </a:spcBef>
        <a:spcAft>
          <a:spcPct val="0"/>
        </a:spcAft>
        <a:defRPr sz="4300" b="1">
          <a:solidFill>
            <a:srgbClr val="0062AC"/>
          </a:solidFill>
          <a:latin typeface="+mj-lt"/>
          <a:ea typeface="+mj-ea"/>
          <a:cs typeface="+mj-cs"/>
        </a:defRPr>
      </a:lvl1pPr>
      <a:lvl2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2pPr>
      <a:lvl3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3pPr>
      <a:lvl4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4pPr>
      <a:lvl5pPr algn="l" rtl="0" eaLnBrk="0" fontAlgn="base" hangingPunct="0">
        <a:spcBef>
          <a:spcPct val="0"/>
        </a:spcBef>
        <a:spcAft>
          <a:spcPct val="0"/>
        </a:spcAft>
        <a:defRPr sz="4300" b="1">
          <a:solidFill>
            <a:srgbClr val="0062AC"/>
          </a:solidFill>
          <a:latin typeface="MyriadRegular" pitchFamily="2" charset="0"/>
          <a:ea typeface="文鼎CS中等线" pitchFamily="49" charset="-122"/>
        </a:defRPr>
      </a:lvl5pPr>
      <a:lvl6pPr marL="609600" algn="l" rtl="0" fontAlgn="base">
        <a:spcBef>
          <a:spcPct val="0"/>
        </a:spcBef>
        <a:spcAft>
          <a:spcPct val="0"/>
        </a:spcAft>
        <a:defRPr sz="4300" b="1">
          <a:solidFill>
            <a:srgbClr val="0062AC"/>
          </a:solidFill>
          <a:latin typeface="MyriadRegular" pitchFamily="2" charset="0"/>
          <a:ea typeface="文鼎CS中等线" pitchFamily="49" charset="-122"/>
        </a:defRPr>
      </a:lvl6pPr>
      <a:lvl7pPr marL="1219200" algn="l" rtl="0" fontAlgn="base">
        <a:spcBef>
          <a:spcPct val="0"/>
        </a:spcBef>
        <a:spcAft>
          <a:spcPct val="0"/>
        </a:spcAft>
        <a:defRPr sz="4300" b="1">
          <a:solidFill>
            <a:srgbClr val="0062AC"/>
          </a:solidFill>
          <a:latin typeface="MyriadRegular" pitchFamily="2" charset="0"/>
          <a:ea typeface="文鼎CS中等线" pitchFamily="49" charset="-122"/>
        </a:defRPr>
      </a:lvl7pPr>
      <a:lvl8pPr marL="1828800" algn="l" rtl="0" fontAlgn="base">
        <a:spcBef>
          <a:spcPct val="0"/>
        </a:spcBef>
        <a:spcAft>
          <a:spcPct val="0"/>
        </a:spcAft>
        <a:defRPr sz="4300" b="1">
          <a:solidFill>
            <a:srgbClr val="0062AC"/>
          </a:solidFill>
          <a:latin typeface="MyriadRegular" pitchFamily="2" charset="0"/>
          <a:ea typeface="文鼎CS中等线" pitchFamily="49" charset="-122"/>
        </a:defRPr>
      </a:lvl8pPr>
      <a:lvl9pPr marL="2438400" algn="l" rtl="0" fontAlgn="base">
        <a:spcBef>
          <a:spcPct val="0"/>
        </a:spcBef>
        <a:spcAft>
          <a:spcPct val="0"/>
        </a:spcAft>
        <a:defRPr sz="4300" b="1">
          <a:solidFill>
            <a:srgbClr val="0062AC"/>
          </a:solidFill>
          <a:latin typeface="MyriadRegular" pitchFamily="2" charset="0"/>
          <a:ea typeface="文鼎CS中等线" pitchFamily="49" charset="-122"/>
        </a:defRPr>
      </a:lvl9pPr>
    </p:titleStyle>
    <p:bodyStyle>
      <a:lvl1pPr marL="455295" indent="-455295" algn="l" rtl="0" eaLnBrk="0" fontAlgn="t" hangingPunct="0">
        <a:lnSpc>
          <a:spcPct val="120000"/>
        </a:lnSpc>
        <a:spcBef>
          <a:spcPct val="20000"/>
        </a:spcBef>
        <a:spcAft>
          <a:spcPct val="0"/>
        </a:spcAft>
        <a:buClr>
          <a:schemeClr val="accent2"/>
        </a:buClr>
        <a:buBlip>
          <a:blip r:embed="rId10"/>
        </a:buBlip>
        <a:defRPr sz="3200">
          <a:solidFill>
            <a:schemeClr val="tx1"/>
          </a:solidFill>
          <a:latin typeface="+mn-lt"/>
          <a:ea typeface="+mn-ea"/>
          <a:cs typeface="+mn-cs"/>
        </a:defRPr>
      </a:lvl1pPr>
      <a:lvl2pPr marL="988695" indent="-379095" algn="l" rtl="0" eaLnBrk="0" fontAlgn="t" hangingPunct="0">
        <a:lnSpc>
          <a:spcPct val="120000"/>
        </a:lnSpc>
        <a:spcBef>
          <a:spcPct val="20000"/>
        </a:spcBef>
        <a:spcAft>
          <a:spcPct val="0"/>
        </a:spcAft>
        <a:buClr>
          <a:schemeClr val="accent2"/>
        </a:buClr>
        <a:buFont typeface="Arial" panose="020B0604020202020204" pitchFamily="34" charset="0"/>
        <a:buBlip>
          <a:blip r:embed="rId10"/>
        </a:buBlip>
        <a:defRPr sz="2700">
          <a:solidFill>
            <a:schemeClr val="tx1"/>
          </a:solidFill>
          <a:latin typeface="+mn-lt"/>
          <a:ea typeface="+mn-ea"/>
        </a:defRPr>
      </a:lvl2pPr>
      <a:lvl3pPr marL="1572895" indent="-353695" algn="l" rtl="0" eaLnBrk="0" fontAlgn="t" hangingPunct="0">
        <a:lnSpc>
          <a:spcPct val="120000"/>
        </a:lnSpc>
        <a:spcBef>
          <a:spcPct val="20000"/>
        </a:spcBef>
        <a:spcAft>
          <a:spcPct val="0"/>
        </a:spcAft>
        <a:buClr>
          <a:schemeClr val="accent2"/>
        </a:buClr>
        <a:buBlip>
          <a:blip r:embed="rId10"/>
        </a:buBlip>
        <a:defRPr sz="2700">
          <a:solidFill>
            <a:schemeClr val="tx1"/>
          </a:solidFill>
          <a:latin typeface="+mn-lt"/>
          <a:ea typeface="+mn-ea"/>
        </a:defRPr>
      </a:lvl3pPr>
      <a:lvl4pPr marL="2182495" indent="-353695" algn="l" rtl="0" eaLnBrk="0" fontAlgn="t" hangingPunct="0">
        <a:lnSpc>
          <a:spcPct val="120000"/>
        </a:lnSpc>
        <a:spcBef>
          <a:spcPct val="20000"/>
        </a:spcBef>
        <a:spcAft>
          <a:spcPct val="0"/>
        </a:spcAft>
        <a:buClr>
          <a:schemeClr val="accent2"/>
        </a:buClr>
        <a:buFont typeface="Arial" panose="020B0604020202020204" pitchFamily="34" charset="0"/>
        <a:buBlip>
          <a:blip r:embed="rId10"/>
        </a:buBlip>
        <a:defRPr sz="2700">
          <a:solidFill>
            <a:schemeClr val="tx1"/>
          </a:solidFill>
          <a:latin typeface="+mn-lt"/>
          <a:ea typeface="+mn-ea"/>
        </a:defRPr>
      </a:lvl4pPr>
      <a:lvl5pPr marL="2792095" indent="-353695" algn="l" rtl="0" eaLnBrk="0" fontAlgn="t" hangingPunct="0">
        <a:lnSpc>
          <a:spcPct val="120000"/>
        </a:lnSpc>
        <a:spcBef>
          <a:spcPct val="20000"/>
        </a:spcBef>
        <a:spcAft>
          <a:spcPct val="0"/>
        </a:spcAft>
        <a:buClr>
          <a:schemeClr val="accent2"/>
        </a:buClr>
        <a:buBlip>
          <a:blip r:embed="rId10"/>
        </a:buBlip>
        <a:defRPr sz="2700">
          <a:solidFill>
            <a:schemeClr val="tx1"/>
          </a:solidFill>
          <a:latin typeface="+mn-lt"/>
          <a:ea typeface="+mn-ea"/>
        </a:defRPr>
      </a:lvl5pPr>
      <a:lvl6pPr marL="34036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6pPr>
      <a:lvl7pPr marL="40132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7pPr>
      <a:lvl8pPr marL="46228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8pPr>
      <a:lvl9pPr marL="5232400" indent="-355600" algn="l" rtl="0" fontAlgn="t">
        <a:lnSpc>
          <a:spcPct val="120000"/>
        </a:lnSpc>
        <a:spcBef>
          <a:spcPct val="20000"/>
        </a:spcBef>
        <a:spcAft>
          <a:spcPct val="0"/>
        </a:spcAft>
        <a:buClr>
          <a:schemeClr val="accent2"/>
        </a:buClr>
        <a:buBlip>
          <a:blip r:embed="rId10"/>
        </a:buBlip>
        <a:defRPr sz="2700">
          <a:solidFill>
            <a:schemeClr val="tx1"/>
          </a:solidFill>
          <a:latin typeface="+mn-lt"/>
          <a:ea typeface="+mn-ea"/>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9.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6.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rPr>
              <a:t>计划与研讨发现的问题</a:t>
            </a:r>
            <a:r>
              <a:rPr lang="en-US" altLang="zh-CN" dirty="0">
                <a:solidFill>
                  <a:srgbClr val="FF0000"/>
                </a:solidFill>
              </a:rPr>
              <a:t>-0422</a:t>
            </a:r>
            <a:endParaRPr lang="zh-CN" altLang="en-US" dirty="0">
              <a:solidFill>
                <a:srgbClr val="FF0000"/>
              </a:solidFill>
            </a:endParaRPr>
          </a:p>
        </p:txBody>
      </p:sp>
      <p:sp>
        <p:nvSpPr>
          <p:cNvPr id="3" name="内容占位符 2"/>
          <p:cNvSpPr>
            <a:spLocks noGrp="1"/>
          </p:cNvSpPr>
          <p:nvPr>
            <p:ph idx="1"/>
          </p:nvPr>
        </p:nvSpPr>
        <p:spPr/>
        <p:txBody>
          <a:bodyPr/>
          <a:lstStyle/>
          <a:p>
            <a:r>
              <a:rPr lang="zh-CN" altLang="zh-CN" sz="1800" dirty="0">
                <a:effectLst/>
                <a:latin typeface="微软雅黑" panose="020B0503020204020204" charset="-122"/>
                <a:ea typeface="微软雅黑" panose="020B0503020204020204" charset="-122"/>
                <a:cs typeface="Times New Roman" panose="02020603050405020304" pitchFamily="18" charset="0"/>
              </a:rPr>
              <a:t>后续计划：</a:t>
            </a:r>
            <a:endParaRPr lang="zh-CN" altLang="zh-CN" sz="1800" dirty="0">
              <a:effectLst/>
              <a:latin typeface="微软雅黑" panose="020B0503020204020204" charset="-122"/>
              <a:ea typeface="微软雅黑" panose="020B0503020204020204" charset="-122"/>
              <a:cs typeface="宋体" panose="02010600030101010101" pitchFamily="2" charset="-122"/>
            </a:endParaRPr>
          </a:p>
          <a:p>
            <a:r>
              <a:rPr lang="en-US" altLang="zh-CN" sz="1800" dirty="0">
                <a:effectLst/>
                <a:latin typeface="微软雅黑" panose="020B0503020204020204" charset="-122"/>
                <a:ea typeface="微软雅黑" panose="020B0503020204020204" charset="-122"/>
                <a:cs typeface="Times New Roman" panose="02020603050405020304" pitchFamily="18" charset="0"/>
              </a:rPr>
              <a:t>0430</a:t>
            </a:r>
            <a:r>
              <a:rPr lang="zh-CN" altLang="zh-CN" sz="1800" dirty="0">
                <a:effectLst/>
                <a:latin typeface="微软雅黑" panose="020B0503020204020204" charset="-122"/>
                <a:ea typeface="微软雅黑" panose="020B0503020204020204" charset="-122"/>
                <a:cs typeface="Times New Roman" panose="02020603050405020304" pitchFamily="18" charset="0"/>
              </a:rPr>
              <a:t>：输出需求分析文档初稿。</a:t>
            </a:r>
            <a:endParaRPr lang="zh-CN" altLang="zh-CN" sz="1800" dirty="0">
              <a:effectLst/>
              <a:latin typeface="微软雅黑" panose="020B0503020204020204" charset="-122"/>
              <a:ea typeface="微软雅黑" panose="020B0503020204020204" charset="-122"/>
              <a:cs typeface="宋体" panose="02010600030101010101" pitchFamily="2" charset="-122"/>
            </a:endParaRPr>
          </a:p>
          <a:p>
            <a:r>
              <a:rPr lang="en-US" altLang="zh-CN" sz="1800" dirty="0">
                <a:effectLst/>
                <a:latin typeface="微软雅黑" panose="020B0503020204020204" charset="-122"/>
                <a:ea typeface="微软雅黑" panose="020B0503020204020204" charset="-122"/>
                <a:cs typeface="Times New Roman" panose="02020603050405020304" pitchFamily="18" charset="0"/>
              </a:rPr>
              <a:t>0515</a:t>
            </a:r>
            <a:r>
              <a:rPr lang="zh-CN" altLang="zh-CN" sz="1800" dirty="0">
                <a:effectLst/>
                <a:latin typeface="微软雅黑" panose="020B0503020204020204" charset="-122"/>
                <a:ea typeface="微软雅黑" panose="020B0503020204020204" charset="-122"/>
                <a:cs typeface="Times New Roman" panose="02020603050405020304" pitchFamily="18" charset="0"/>
              </a:rPr>
              <a:t>，最终完善并输出本汇报</a:t>
            </a:r>
            <a:r>
              <a:rPr lang="en-US" altLang="zh-CN" sz="1800" dirty="0">
                <a:effectLst/>
                <a:latin typeface="微软雅黑" panose="020B0503020204020204" charset="-122"/>
                <a:ea typeface="微软雅黑" panose="020B0503020204020204" charset="-122"/>
                <a:cs typeface="Times New Roman" panose="02020603050405020304" pitchFamily="18" charset="0"/>
              </a:rPr>
              <a:t>PPT</a:t>
            </a:r>
            <a:r>
              <a:rPr lang="zh-CN" altLang="zh-CN" sz="1800" dirty="0">
                <a:effectLst/>
                <a:latin typeface="微软雅黑" panose="020B0503020204020204" charset="-122"/>
                <a:ea typeface="微软雅黑" panose="020B0503020204020204" charset="-122"/>
                <a:cs typeface="Times New Roman" panose="02020603050405020304" pitchFamily="18" charset="0"/>
              </a:rPr>
              <a:t>，以及最终的需求分析文档。</a:t>
            </a:r>
            <a:endParaRPr lang="zh-CN" altLang="zh-CN" sz="1800" dirty="0">
              <a:effectLst/>
              <a:latin typeface="微软雅黑" panose="020B0503020204020204" charset="-122"/>
              <a:ea typeface="微软雅黑" panose="020B0503020204020204" charset="-122"/>
              <a:cs typeface="宋体" panose="02010600030101010101" pitchFamily="2" charset="-122"/>
            </a:endParaRPr>
          </a:p>
          <a:p>
            <a:r>
              <a:rPr lang="zh-CN" altLang="zh-CN" sz="1800" dirty="0">
                <a:effectLst/>
                <a:latin typeface="微软雅黑" panose="020B0503020204020204" charset="-122"/>
                <a:ea typeface="微软雅黑" panose="020B0503020204020204" charset="-122"/>
                <a:cs typeface="Times New Roman" panose="02020603050405020304" pitchFamily="18" charset="0"/>
              </a:rPr>
              <a:t>最晚</a:t>
            </a:r>
            <a:r>
              <a:rPr lang="en-US" altLang="zh-CN" sz="1800" dirty="0">
                <a:effectLst/>
                <a:latin typeface="微软雅黑" panose="020B0503020204020204" charset="-122"/>
                <a:ea typeface="微软雅黑" panose="020B0503020204020204" charset="-122"/>
                <a:cs typeface="Times New Roman" panose="02020603050405020304" pitchFamily="18" charset="0"/>
              </a:rPr>
              <a:t>0525</a:t>
            </a:r>
            <a:r>
              <a:rPr lang="zh-CN" altLang="zh-CN" sz="1800" dirty="0">
                <a:effectLst/>
                <a:latin typeface="微软雅黑" panose="020B0503020204020204" charset="-122"/>
                <a:ea typeface="微软雅黑" panose="020B0503020204020204" charset="-122"/>
                <a:cs typeface="Times New Roman" panose="02020603050405020304" pitchFamily="18" charset="0"/>
              </a:rPr>
              <a:t>，课题答辩（科技部专家审核）。</a:t>
            </a:r>
            <a:endParaRPr lang="zh-CN" altLang="zh-CN" sz="1800" dirty="0">
              <a:effectLst/>
              <a:latin typeface="微软雅黑" panose="020B0503020204020204" charset="-122"/>
              <a:ea typeface="微软雅黑" panose="020B0503020204020204" charset="-122"/>
              <a:cs typeface="宋体" panose="02010600030101010101" pitchFamily="2" charset="-122"/>
            </a:endParaRPr>
          </a:p>
          <a:p>
            <a:pPr marL="0" indent="0">
              <a:buNone/>
            </a:pPr>
            <a:endParaRPr lang="en-US" altLang="zh-CN" sz="1800" dirty="0">
              <a:latin typeface="微软雅黑" panose="020B0503020204020204" charset="-122"/>
              <a:ea typeface="微软雅黑" panose="020B0503020204020204" charset="-122"/>
              <a:cs typeface="Times New Roman" panose="02020603050405020304" pitchFamily="18" charset="0"/>
            </a:endParaRPr>
          </a:p>
          <a:p>
            <a:pPr marL="0" indent="0">
              <a:buNone/>
            </a:pPr>
            <a:endParaRPr lang="zh-CN" altLang="zh-CN" sz="1800" dirty="0">
              <a:effectLst/>
              <a:latin typeface="微软雅黑" panose="020B0503020204020204" charset="-122"/>
              <a:ea typeface="微软雅黑" panose="020B0503020204020204" charset="-122"/>
              <a:cs typeface="宋体" panose="02010600030101010101" pitchFamily="2" charset="-122"/>
            </a:endParaRPr>
          </a:p>
          <a:p>
            <a:r>
              <a:rPr lang="en-US" altLang="zh-CN" sz="1800" dirty="0">
                <a:effectLst/>
                <a:latin typeface="微软雅黑" panose="020B0503020204020204" charset="-122"/>
                <a:ea typeface="微软雅黑" panose="020B0503020204020204" charset="-122"/>
                <a:cs typeface="Times New Roman" panose="02020603050405020304" pitchFamily="18" charset="0"/>
              </a:rPr>
              <a:t>AI</a:t>
            </a:r>
            <a:r>
              <a:rPr lang="zh-CN" altLang="zh-CN" sz="1800" dirty="0">
                <a:effectLst/>
                <a:latin typeface="微软雅黑" panose="020B0503020204020204" charset="-122"/>
                <a:ea typeface="微软雅黑" panose="020B0503020204020204" charset="-122"/>
                <a:cs typeface="Times New Roman" panose="02020603050405020304" pitchFamily="18" charset="0"/>
              </a:rPr>
              <a:t>推理的存储负载模型：</a:t>
            </a:r>
            <a:endParaRPr lang="zh-CN" altLang="zh-CN" sz="1800" dirty="0">
              <a:effectLst/>
              <a:latin typeface="微软雅黑" panose="020B0503020204020204" charset="-122"/>
              <a:ea typeface="微软雅黑" panose="020B0503020204020204" charset="-122"/>
              <a:cs typeface="宋体" panose="02010600030101010101" pitchFamily="2" charset="-122"/>
            </a:endParaRPr>
          </a:p>
          <a:p>
            <a:pPr marL="342900" lvl="0" indent="-342900">
              <a:buFont typeface="+mj-lt"/>
              <a:buAutoNum type="arabicPeriod"/>
            </a:pPr>
            <a:r>
              <a:rPr lang="zh-CN" altLang="zh-CN" sz="1800" dirty="0">
                <a:effectLst/>
                <a:latin typeface="微软雅黑" panose="020B0503020204020204" charset="-122"/>
                <a:ea typeface="微软雅黑" panose="020B0503020204020204" charset="-122"/>
                <a:cs typeface="Times New Roman" panose="02020603050405020304" pitchFamily="18" charset="0"/>
              </a:rPr>
              <a:t>要定义好负载分析方法，并沿着路线进行分析完善：基于</a:t>
            </a:r>
            <a:r>
              <a:rPr lang="en-US" altLang="zh-CN" sz="1800" dirty="0">
                <a:effectLst/>
                <a:latin typeface="微软雅黑" panose="020B0503020204020204" charset="-122"/>
                <a:ea typeface="微软雅黑" panose="020B0503020204020204" charset="-122"/>
                <a:cs typeface="Times New Roman" panose="02020603050405020304" pitchFamily="18" charset="0"/>
              </a:rPr>
              <a:t>Trace</a:t>
            </a:r>
            <a:r>
              <a:rPr lang="zh-CN" altLang="zh-CN" sz="1800" dirty="0">
                <a:effectLst/>
                <a:latin typeface="微软雅黑" panose="020B0503020204020204" charset="-122"/>
                <a:ea typeface="微软雅黑" panose="020B0503020204020204" charset="-122"/>
                <a:cs typeface="Times New Roman" panose="02020603050405020304" pitchFamily="18" charset="0"/>
              </a:rPr>
              <a:t>的分析负载、</a:t>
            </a:r>
            <a:r>
              <a:rPr lang="zh-CN" altLang="zh-CN" sz="1800" b="1" dirty="0">
                <a:effectLst/>
                <a:latin typeface="微软雅黑" panose="020B0503020204020204" charset="-122"/>
                <a:ea typeface="微软雅黑" panose="020B0503020204020204" charset="-122"/>
                <a:cs typeface="Times New Roman" panose="02020603050405020304" pitchFamily="18" charset="0"/>
              </a:rPr>
              <a:t>基于技术原理逻辑分析负载（论文、资料引用）</a:t>
            </a:r>
            <a:r>
              <a:rPr lang="zh-CN" altLang="zh-CN" sz="1800" dirty="0">
                <a:effectLst/>
                <a:latin typeface="微软雅黑" panose="020B0503020204020204" charset="-122"/>
                <a:ea typeface="微软雅黑" panose="020B0503020204020204" charset="-122"/>
                <a:cs typeface="Times New Roman" panose="02020603050405020304" pitchFamily="18" charset="0"/>
              </a:rPr>
              <a:t>。</a:t>
            </a:r>
            <a:endParaRPr lang="zh-CN" altLang="zh-CN" sz="1800" dirty="0">
              <a:effectLst/>
              <a:latin typeface="微软雅黑" panose="020B0503020204020204" charset="-122"/>
              <a:ea typeface="微软雅黑" panose="020B0503020204020204" charset="-122"/>
              <a:cs typeface="宋体" panose="02010600030101010101" pitchFamily="2" charset="-122"/>
            </a:endParaRPr>
          </a:p>
          <a:p>
            <a:pPr marL="342900" lvl="0" indent="-342900">
              <a:buFont typeface="+mj-lt"/>
              <a:buAutoNum type="arabicPeriod"/>
            </a:pPr>
            <a:r>
              <a:rPr lang="zh-CN" altLang="zh-CN" sz="1800" dirty="0">
                <a:effectLst/>
                <a:latin typeface="微软雅黑" panose="020B0503020204020204" charset="-122"/>
                <a:ea typeface="微软雅黑" panose="020B0503020204020204" charset="-122"/>
                <a:cs typeface="Times New Roman" panose="02020603050405020304" pitchFamily="18" charset="0"/>
              </a:rPr>
              <a:t>定义推理</a:t>
            </a:r>
            <a:r>
              <a:rPr lang="en-US" altLang="zh-CN" sz="1800" dirty="0" err="1">
                <a:effectLst/>
                <a:latin typeface="微软雅黑" panose="020B0503020204020204" charset="-122"/>
                <a:ea typeface="微软雅黑" panose="020B0503020204020204" charset="-122"/>
                <a:cs typeface="Times New Roman" panose="02020603050405020304" pitchFamily="18" charset="0"/>
              </a:rPr>
              <a:t>KVCache</a:t>
            </a:r>
            <a:r>
              <a:rPr lang="zh-CN" altLang="zh-CN" sz="1800" dirty="0">
                <a:effectLst/>
                <a:latin typeface="微软雅黑" panose="020B0503020204020204" charset="-122"/>
                <a:ea typeface="微软雅黑" panose="020B0503020204020204" charset="-122"/>
                <a:cs typeface="Times New Roman" panose="02020603050405020304" pitchFamily="18" charset="0"/>
              </a:rPr>
              <a:t>的存储底座：分布式文件系统，或其他。</a:t>
            </a:r>
            <a:endParaRPr lang="zh-CN" altLang="zh-CN" sz="1800" dirty="0">
              <a:effectLst/>
              <a:latin typeface="微软雅黑" panose="020B0503020204020204" charset="-122"/>
              <a:ea typeface="微软雅黑" panose="020B0503020204020204" charset="-122"/>
              <a:cs typeface="宋体" panose="02010600030101010101" pitchFamily="2" charset="-122"/>
            </a:endParaRPr>
          </a:p>
          <a:p>
            <a:pPr marL="342900" lvl="0" indent="-342900">
              <a:buFont typeface="+mj-lt"/>
              <a:buAutoNum type="arabicPeriod"/>
            </a:pPr>
            <a:r>
              <a:rPr lang="zh-CN" altLang="zh-CN" sz="1800" dirty="0">
                <a:effectLst/>
                <a:latin typeface="微软雅黑" panose="020B0503020204020204" charset="-122"/>
                <a:ea typeface="微软雅黑" panose="020B0503020204020204" charset="-122"/>
                <a:cs typeface="Times New Roman" panose="02020603050405020304" pitchFamily="18" charset="0"/>
              </a:rPr>
              <a:t>存储数据特征、负载特征的推理，要有支撑素材、逻辑过程要健全，可应对专家质疑。</a:t>
            </a:r>
            <a:endParaRPr lang="zh-CN" altLang="zh-CN" sz="1800" dirty="0">
              <a:effectLst/>
              <a:latin typeface="微软雅黑" panose="020B0503020204020204" charset="-122"/>
              <a:ea typeface="微软雅黑" panose="020B0503020204020204" charset="-122"/>
              <a:cs typeface="宋体" panose="02010600030101010101" pitchFamily="2" charset="-122"/>
            </a:endParaRPr>
          </a:p>
          <a:p>
            <a:pPr marL="342900" lvl="0" indent="-342900">
              <a:buFont typeface="+mj-lt"/>
              <a:buAutoNum type="arabicPeriod"/>
            </a:pPr>
            <a:r>
              <a:rPr lang="zh-CN" altLang="zh-CN" sz="1800" dirty="0">
                <a:effectLst/>
                <a:latin typeface="微软雅黑" panose="020B0503020204020204" charset="-122"/>
                <a:ea typeface="微软雅黑" panose="020B0503020204020204" charset="-122"/>
                <a:cs typeface="Times New Roman" panose="02020603050405020304" pitchFamily="18" charset="0"/>
              </a:rPr>
              <a:t>要用好客户、</a:t>
            </a:r>
            <a:r>
              <a:rPr lang="en-US" altLang="zh-CN" sz="1800" dirty="0">
                <a:effectLst/>
                <a:latin typeface="微软雅黑" panose="020B0503020204020204" charset="-122"/>
                <a:ea typeface="微软雅黑" panose="020B0503020204020204" charset="-122"/>
                <a:cs typeface="Times New Roman" panose="02020603050405020304" pitchFamily="18" charset="0"/>
              </a:rPr>
              <a:t>SA</a:t>
            </a:r>
            <a:r>
              <a:rPr lang="zh-CN" altLang="zh-CN" sz="1800" dirty="0">
                <a:effectLst/>
                <a:latin typeface="微软雅黑" panose="020B0503020204020204" charset="-122"/>
                <a:ea typeface="微软雅黑" panose="020B0503020204020204" charset="-122"/>
                <a:cs typeface="Times New Roman" panose="02020603050405020304" pitchFamily="18" charset="0"/>
              </a:rPr>
              <a:t>、交大等资源，负载模型研讨并取得相关方的认可。</a:t>
            </a:r>
            <a:endParaRPr lang="zh-CN" altLang="en-US" dirty="0">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5117" y="255907"/>
            <a:ext cx="10994949" cy="624291"/>
          </a:xfrm>
        </p:spPr>
        <p:txBody>
          <a:bodyPr>
            <a:normAutofit/>
          </a:bodyPr>
          <a:lstStyle/>
          <a:p>
            <a:r>
              <a:rPr lang="zh-CN" altLang="en-US" sz="2800" dirty="0">
                <a:sym typeface="+mn-ea"/>
              </a:rPr>
              <a:t>Transformer 大语言模型</a:t>
            </a:r>
            <a:endParaRPr lang="zh-CN" altLang="en-US" sz="2800" dirty="0"/>
          </a:p>
        </p:txBody>
      </p:sp>
      <p:grpSp>
        <p:nvGrpSpPr>
          <p:cNvPr id="15" name="组合 14"/>
          <p:cNvGrpSpPr/>
          <p:nvPr/>
        </p:nvGrpSpPr>
        <p:grpSpPr>
          <a:xfrm>
            <a:off x="8568690" y="1235710"/>
            <a:ext cx="3154045" cy="5339900"/>
            <a:chOff x="12399" y="624"/>
            <a:chExt cx="4967" cy="10104"/>
          </a:xfrm>
        </p:grpSpPr>
        <p:sp>
          <p:nvSpPr>
            <p:cNvPr id="4" name="矩形 3"/>
            <p:cNvSpPr/>
            <p:nvPr/>
          </p:nvSpPr>
          <p:spPr>
            <a:xfrm>
              <a:off x="12399" y="4551"/>
              <a:ext cx="4147" cy="4263"/>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矩形 4"/>
            <p:cNvSpPr/>
            <p:nvPr/>
          </p:nvSpPr>
          <p:spPr>
            <a:xfrm>
              <a:off x="13479" y="9164"/>
              <a:ext cx="2244" cy="556"/>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a:latin typeface="微软雅黑" panose="020B0503020204020204" charset="-122"/>
                  <a:ea typeface="微软雅黑" panose="020B0503020204020204" charset="-122"/>
                </a:rPr>
                <a:t>嵌入层</a:t>
              </a:r>
              <a:endParaRPr lang="zh-CN" altLang="en-US">
                <a:latin typeface="微软雅黑" panose="020B0503020204020204" charset="-122"/>
                <a:ea typeface="微软雅黑" panose="020B0503020204020204" charset="-122"/>
              </a:endParaRPr>
            </a:p>
          </p:txBody>
        </p:sp>
        <p:sp>
          <p:nvSpPr>
            <p:cNvPr id="6" name="矩形 5"/>
            <p:cNvSpPr/>
            <p:nvPr/>
          </p:nvSpPr>
          <p:spPr>
            <a:xfrm>
              <a:off x="13171" y="8030"/>
              <a:ext cx="2861" cy="556"/>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a:latin typeface="微软雅黑" panose="020B0503020204020204" charset="-122"/>
                  <a:ea typeface="微软雅黑" panose="020B0503020204020204" charset="-122"/>
                </a:rPr>
                <a:t>多头注意力机制</a:t>
              </a:r>
              <a:endParaRPr lang="zh-CN" altLang="en-US">
                <a:latin typeface="微软雅黑" panose="020B0503020204020204" charset="-122"/>
                <a:ea typeface="微软雅黑" panose="020B0503020204020204" charset="-122"/>
              </a:endParaRPr>
            </a:p>
          </p:txBody>
        </p:sp>
        <p:sp>
          <p:nvSpPr>
            <p:cNvPr id="7" name="矩形 6"/>
            <p:cNvSpPr/>
            <p:nvPr/>
          </p:nvSpPr>
          <p:spPr>
            <a:xfrm>
              <a:off x="13171" y="7193"/>
              <a:ext cx="2861" cy="556"/>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a:latin typeface="微软雅黑" panose="020B0503020204020204" charset="-122"/>
                  <a:ea typeface="微软雅黑" panose="020B0503020204020204" charset="-122"/>
                </a:rPr>
                <a:t>层归一化</a:t>
              </a:r>
              <a:endParaRPr lang="zh-CN" altLang="en-US">
                <a:latin typeface="微软雅黑" panose="020B0503020204020204" charset="-122"/>
                <a:ea typeface="微软雅黑" panose="020B0503020204020204" charset="-122"/>
              </a:endParaRPr>
            </a:p>
          </p:txBody>
        </p:sp>
        <p:sp>
          <p:nvSpPr>
            <p:cNvPr id="8" name="矩形 7"/>
            <p:cNvSpPr/>
            <p:nvPr/>
          </p:nvSpPr>
          <p:spPr>
            <a:xfrm>
              <a:off x="13171" y="6307"/>
              <a:ext cx="2861" cy="556"/>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a:latin typeface="微软雅黑" panose="020B0503020204020204" charset="-122"/>
                  <a:ea typeface="微软雅黑" panose="020B0503020204020204" charset="-122"/>
                </a:rPr>
                <a:t>前馈神经网络</a:t>
              </a:r>
              <a:endParaRPr lang="zh-CN" altLang="en-US">
                <a:latin typeface="微软雅黑" panose="020B0503020204020204" charset="-122"/>
                <a:ea typeface="微软雅黑" panose="020B0503020204020204" charset="-122"/>
              </a:endParaRPr>
            </a:p>
          </p:txBody>
        </p:sp>
        <p:sp>
          <p:nvSpPr>
            <p:cNvPr id="9" name="矩形 8"/>
            <p:cNvSpPr/>
            <p:nvPr/>
          </p:nvSpPr>
          <p:spPr>
            <a:xfrm>
              <a:off x="13171" y="5389"/>
              <a:ext cx="2861" cy="556"/>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a:latin typeface="微软雅黑" panose="020B0503020204020204" charset="-122"/>
                  <a:ea typeface="微软雅黑" panose="020B0503020204020204" charset="-122"/>
                </a:rPr>
                <a:t>层归一化</a:t>
              </a:r>
              <a:endParaRPr lang="zh-CN" altLang="en-US">
                <a:latin typeface="微软雅黑" panose="020B0503020204020204" charset="-122"/>
                <a:ea typeface="微软雅黑" panose="020B0503020204020204" charset="-122"/>
              </a:endParaRPr>
            </a:p>
          </p:txBody>
        </p:sp>
        <p:sp>
          <p:nvSpPr>
            <p:cNvPr id="10" name="文本框 9"/>
            <p:cNvSpPr txBox="1"/>
            <p:nvPr/>
          </p:nvSpPr>
          <p:spPr>
            <a:xfrm>
              <a:off x="12546" y="4730"/>
              <a:ext cx="2446" cy="490"/>
            </a:xfrm>
            <a:prstGeom prst="rect">
              <a:avLst/>
            </a:prstGeom>
            <a:noFill/>
          </p:spPr>
          <p:txBody>
            <a:bodyPr wrap="square" rtlCol="0">
              <a:noAutofit/>
            </a:bodyPr>
            <a:lstStyle/>
            <a:p>
              <a:r>
                <a:rPr lang="en-US" altLang="zh-CN" sz="1600">
                  <a:latin typeface="微软雅黑" panose="020B0503020204020204" charset="-122"/>
                  <a:ea typeface="微软雅黑" panose="020B0503020204020204" charset="-122"/>
                </a:rPr>
                <a:t>Transformer</a:t>
              </a:r>
              <a:endParaRPr lang="en-US" altLang="zh-CN" sz="1600">
                <a:latin typeface="微软雅黑" panose="020B0503020204020204" charset="-122"/>
                <a:ea typeface="微软雅黑" panose="020B0503020204020204" charset="-122"/>
              </a:endParaRPr>
            </a:p>
          </p:txBody>
        </p:sp>
        <p:sp>
          <p:nvSpPr>
            <p:cNvPr id="11" name="矩形 10"/>
            <p:cNvSpPr/>
            <p:nvPr/>
          </p:nvSpPr>
          <p:spPr>
            <a:xfrm>
              <a:off x="12399" y="3323"/>
              <a:ext cx="4146" cy="892"/>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a:latin typeface="微软雅黑" panose="020B0503020204020204" charset="-122"/>
                  <a:ea typeface="微软雅黑" panose="020B0503020204020204" charset="-122"/>
                </a:rPr>
                <a:t>第</a:t>
              </a:r>
              <a:r>
                <a:rPr lang="en-US" altLang="zh-CN">
                  <a:latin typeface="微软雅黑" panose="020B0503020204020204" charset="-122"/>
                  <a:ea typeface="微软雅黑" panose="020B0503020204020204" charset="-122"/>
                </a:rPr>
                <a:t>2</a:t>
              </a:r>
              <a:r>
                <a:rPr lang="zh-CN" altLang="en-US">
                  <a:latin typeface="微软雅黑" panose="020B0503020204020204" charset="-122"/>
                  <a:ea typeface="微软雅黑" panose="020B0503020204020204" charset="-122"/>
                </a:rPr>
                <a:t>，</a:t>
              </a:r>
              <a:r>
                <a:rPr lang="en-US" altLang="zh-CN">
                  <a:latin typeface="微软雅黑" panose="020B0503020204020204" charset="-122"/>
                  <a:ea typeface="微软雅黑" panose="020B0503020204020204" charset="-122"/>
                </a:rPr>
                <a:t>3</a:t>
              </a:r>
              <a:r>
                <a:rPr lang="zh-CN" altLang="en-US">
                  <a:latin typeface="微软雅黑" panose="020B0503020204020204" charset="-122"/>
                  <a:ea typeface="微软雅黑" panose="020B0503020204020204" charset="-122"/>
                </a:rPr>
                <a:t>，</a:t>
              </a:r>
              <a:r>
                <a:rPr lang="en-US" altLang="zh-CN">
                  <a:latin typeface="微软雅黑" panose="020B0503020204020204" charset="-122"/>
                  <a:ea typeface="微软雅黑" panose="020B0503020204020204" charset="-122"/>
                </a:rPr>
                <a:t>......N</a:t>
              </a:r>
              <a:r>
                <a:rPr lang="zh-CN" altLang="en-US">
                  <a:latin typeface="微软雅黑" panose="020B0503020204020204" charset="-122"/>
                  <a:ea typeface="微软雅黑" panose="020B0503020204020204" charset="-122"/>
                </a:rPr>
                <a:t>个</a:t>
              </a:r>
              <a:r>
                <a:rPr lang="en-US" altLang="zh-CN">
                  <a:latin typeface="微软雅黑" panose="020B0503020204020204" charset="-122"/>
                  <a:ea typeface="微软雅黑" panose="020B0503020204020204" charset="-122"/>
                  <a:sym typeface="+mn-ea"/>
                </a:rPr>
                <a:t>Transformer</a:t>
              </a:r>
              <a:r>
                <a:rPr lang="zh-CN" altLang="en-US">
                  <a:latin typeface="微软雅黑" panose="020B0503020204020204" charset="-122"/>
                  <a:ea typeface="微软雅黑" panose="020B0503020204020204" charset="-122"/>
                  <a:sym typeface="+mn-ea"/>
                </a:rPr>
                <a:t>层</a:t>
              </a:r>
              <a:endParaRPr lang="zh-CN" altLang="en-US">
                <a:latin typeface="微软雅黑" panose="020B0503020204020204" charset="-122"/>
                <a:ea typeface="微软雅黑" panose="020B0503020204020204" charset="-122"/>
                <a:sym typeface="+mn-ea"/>
              </a:endParaRPr>
            </a:p>
          </p:txBody>
        </p:sp>
        <p:sp>
          <p:nvSpPr>
            <p:cNvPr id="12" name="矩形 11"/>
            <p:cNvSpPr/>
            <p:nvPr/>
          </p:nvSpPr>
          <p:spPr>
            <a:xfrm>
              <a:off x="12400" y="2473"/>
              <a:ext cx="4146" cy="556"/>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a:latin typeface="微软雅黑" panose="020B0503020204020204" charset="-122"/>
                  <a:ea typeface="微软雅黑" panose="020B0503020204020204" charset="-122"/>
                </a:rPr>
                <a:t>线性层</a:t>
              </a:r>
              <a:endParaRPr lang="zh-CN" altLang="en-US">
                <a:latin typeface="微软雅黑" panose="020B0503020204020204" charset="-122"/>
                <a:ea typeface="微软雅黑" panose="020B0503020204020204" charset="-122"/>
              </a:endParaRPr>
            </a:p>
          </p:txBody>
        </p:sp>
        <p:sp>
          <p:nvSpPr>
            <p:cNvPr id="13" name="矩形 12"/>
            <p:cNvSpPr/>
            <p:nvPr/>
          </p:nvSpPr>
          <p:spPr>
            <a:xfrm>
              <a:off x="12400" y="1580"/>
              <a:ext cx="4146" cy="556"/>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en-US" altLang="zh-CN">
                  <a:latin typeface="微软雅黑" panose="020B0503020204020204" charset="-122"/>
                  <a:ea typeface="微软雅黑" panose="020B0503020204020204" charset="-122"/>
                </a:rPr>
                <a:t>SoftMax</a:t>
              </a:r>
              <a:endParaRPr lang="en-US" altLang="zh-CN">
                <a:latin typeface="微软雅黑" panose="020B0503020204020204" charset="-122"/>
                <a:ea typeface="微软雅黑" panose="020B0503020204020204" charset="-122"/>
              </a:endParaRPr>
            </a:p>
          </p:txBody>
        </p:sp>
        <p:sp>
          <p:nvSpPr>
            <p:cNvPr id="14" name="文本框 13"/>
            <p:cNvSpPr txBox="1"/>
            <p:nvPr/>
          </p:nvSpPr>
          <p:spPr>
            <a:xfrm>
              <a:off x="13479" y="10090"/>
              <a:ext cx="2408" cy="638"/>
            </a:xfrm>
            <a:prstGeom prst="rect">
              <a:avLst/>
            </a:prstGeom>
            <a:noFill/>
          </p:spPr>
          <p:txBody>
            <a:bodyPr wrap="square" rtlCol="0">
              <a:spAutoFit/>
            </a:bodyPr>
            <a:lstStyle/>
            <a:p>
              <a:r>
                <a:rPr lang="zh-CN" altLang="en-US" sz="1600" b="1">
                  <a:latin typeface="微软雅黑" panose="020B0503020204020204" charset="-122"/>
                  <a:ea typeface="微软雅黑" panose="020B0503020204020204" charset="-122"/>
                </a:rPr>
                <a:t>输入提示标记</a:t>
              </a:r>
              <a:endParaRPr lang="zh-CN" altLang="en-US" sz="1600" b="1">
                <a:latin typeface="微软雅黑" panose="020B0503020204020204" charset="-122"/>
                <a:ea typeface="微软雅黑" panose="020B0503020204020204" charset="-122"/>
              </a:endParaRPr>
            </a:p>
          </p:txBody>
        </p:sp>
        <p:sp>
          <p:nvSpPr>
            <p:cNvPr id="16" name="文本框 15"/>
            <p:cNvSpPr txBox="1"/>
            <p:nvPr/>
          </p:nvSpPr>
          <p:spPr>
            <a:xfrm>
              <a:off x="13494" y="624"/>
              <a:ext cx="2393" cy="638"/>
            </a:xfrm>
            <a:prstGeom prst="rect">
              <a:avLst/>
            </a:prstGeom>
            <a:noFill/>
          </p:spPr>
          <p:txBody>
            <a:bodyPr wrap="square" rtlCol="0">
              <a:spAutoFit/>
            </a:bodyPr>
            <a:lstStyle/>
            <a:p>
              <a:r>
                <a:rPr lang="zh-CN" altLang="en-US" sz="1600" b="1">
                  <a:latin typeface="微软雅黑" panose="020B0503020204020204" charset="-122"/>
                  <a:ea typeface="微软雅黑" panose="020B0503020204020204" charset="-122"/>
                </a:rPr>
                <a:t>输出概率分布</a:t>
              </a:r>
              <a:endParaRPr lang="zh-CN" altLang="en-US" sz="1600" b="1">
                <a:latin typeface="微软雅黑" panose="020B0503020204020204" charset="-122"/>
                <a:ea typeface="微软雅黑" panose="020B0503020204020204" charset="-122"/>
              </a:endParaRPr>
            </a:p>
          </p:txBody>
        </p:sp>
        <p:cxnSp>
          <p:nvCxnSpPr>
            <p:cNvPr id="17" name="直接箭头连接符 16"/>
            <p:cNvCxnSpPr/>
            <p:nvPr/>
          </p:nvCxnSpPr>
          <p:spPr>
            <a:xfrm flipH="1" flipV="1">
              <a:off x="14600" y="9728"/>
              <a:ext cx="4" cy="39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a:endCxn id="6" idx="2"/>
            </p:cNvCxnSpPr>
            <p:nvPr/>
          </p:nvCxnSpPr>
          <p:spPr>
            <a:xfrm flipV="1">
              <a:off x="14600" y="8586"/>
              <a:ext cx="2" cy="548"/>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p:nvPr/>
          </p:nvCxnSpPr>
          <p:spPr>
            <a:xfrm flipH="1" flipV="1">
              <a:off x="14596" y="7718"/>
              <a:ext cx="4" cy="39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flipH="1" flipV="1">
              <a:off x="14592" y="6789"/>
              <a:ext cx="4" cy="39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flipH="1" flipV="1">
              <a:off x="14588" y="5944"/>
              <a:ext cx="4" cy="39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a:stCxn id="9" idx="0"/>
            </p:cNvCxnSpPr>
            <p:nvPr/>
          </p:nvCxnSpPr>
          <p:spPr>
            <a:xfrm flipH="1" flipV="1">
              <a:off x="14588" y="4164"/>
              <a:ext cx="14" cy="12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3" name="直接箭头连接符 22"/>
            <p:cNvCxnSpPr/>
            <p:nvPr/>
          </p:nvCxnSpPr>
          <p:spPr>
            <a:xfrm flipH="1" flipV="1">
              <a:off x="14584" y="2973"/>
              <a:ext cx="4" cy="39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flipH="1" flipV="1">
              <a:off x="14584" y="2062"/>
              <a:ext cx="4" cy="39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6" name="直接连接符 25"/>
            <p:cNvCxnSpPr/>
            <p:nvPr/>
          </p:nvCxnSpPr>
          <p:spPr>
            <a:xfrm flipV="1">
              <a:off x="14666" y="8993"/>
              <a:ext cx="2684" cy="17"/>
            </a:xfrm>
            <a:prstGeom prst="line">
              <a:avLst/>
            </a:prstGeom>
          </p:spPr>
          <p:style>
            <a:lnRef idx="2">
              <a:schemeClr val="accent1"/>
            </a:lnRef>
            <a:fillRef idx="0">
              <a:srgbClr val="FFFFFF"/>
            </a:fillRef>
            <a:effectRef idx="0">
              <a:srgbClr val="FFFFFF"/>
            </a:effectRef>
            <a:fontRef idx="minor">
              <a:schemeClr val="tx1"/>
            </a:fontRef>
          </p:style>
        </p:cxnSp>
        <p:cxnSp>
          <p:nvCxnSpPr>
            <p:cNvPr id="27" name="直接连接符 26"/>
            <p:cNvCxnSpPr/>
            <p:nvPr/>
          </p:nvCxnSpPr>
          <p:spPr>
            <a:xfrm flipV="1">
              <a:off x="17317" y="7546"/>
              <a:ext cx="16" cy="1430"/>
            </a:xfrm>
            <a:prstGeom prst="line">
              <a:avLst/>
            </a:prstGeom>
          </p:spPr>
          <p:style>
            <a:lnRef idx="2">
              <a:schemeClr val="accent1"/>
            </a:lnRef>
            <a:fillRef idx="0">
              <a:srgbClr val="FFFFFF"/>
            </a:fillRef>
            <a:effectRef idx="0">
              <a:srgbClr val="FFFFFF"/>
            </a:effectRef>
            <a:fontRef idx="minor">
              <a:schemeClr val="tx1"/>
            </a:fontRef>
          </p:style>
        </p:cxnSp>
        <p:cxnSp>
          <p:nvCxnSpPr>
            <p:cNvPr id="28" name="直接箭头连接符 27"/>
            <p:cNvCxnSpPr/>
            <p:nvPr/>
          </p:nvCxnSpPr>
          <p:spPr>
            <a:xfrm flipH="1">
              <a:off x="16065" y="7530"/>
              <a:ext cx="1252"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p:nvPr/>
          </p:nvCxnSpPr>
          <p:spPr>
            <a:xfrm flipH="1" flipV="1">
              <a:off x="14580" y="1153"/>
              <a:ext cx="5" cy="43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0" name="直接连接符 29"/>
            <p:cNvCxnSpPr/>
            <p:nvPr/>
          </p:nvCxnSpPr>
          <p:spPr>
            <a:xfrm flipV="1">
              <a:off x="14666" y="7019"/>
              <a:ext cx="2684" cy="17"/>
            </a:xfrm>
            <a:prstGeom prst="line">
              <a:avLst/>
            </a:prstGeom>
          </p:spPr>
          <p:style>
            <a:lnRef idx="2">
              <a:schemeClr val="accent1"/>
            </a:lnRef>
            <a:fillRef idx="0">
              <a:srgbClr val="FFFFFF"/>
            </a:fillRef>
            <a:effectRef idx="0">
              <a:srgbClr val="FFFFFF"/>
            </a:effectRef>
            <a:fontRef idx="minor">
              <a:schemeClr val="tx1"/>
            </a:fontRef>
          </p:style>
        </p:cxnSp>
        <p:cxnSp>
          <p:nvCxnSpPr>
            <p:cNvPr id="31" name="直接连接符 30"/>
            <p:cNvCxnSpPr/>
            <p:nvPr/>
          </p:nvCxnSpPr>
          <p:spPr>
            <a:xfrm flipV="1">
              <a:off x="17350" y="5606"/>
              <a:ext cx="16" cy="1430"/>
            </a:xfrm>
            <a:prstGeom prst="line">
              <a:avLst/>
            </a:prstGeom>
          </p:spPr>
          <p:style>
            <a:lnRef idx="2">
              <a:schemeClr val="accent1"/>
            </a:lnRef>
            <a:fillRef idx="0">
              <a:srgbClr val="FFFFFF"/>
            </a:fillRef>
            <a:effectRef idx="0">
              <a:srgbClr val="FFFFFF"/>
            </a:effectRef>
            <a:fontRef idx="minor">
              <a:schemeClr val="tx1"/>
            </a:fontRef>
          </p:style>
        </p:cxnSp>
        <p:cxnSp>
          <p:nvCxnSpPr>
            <p:cNvPr id="32" name="直接箭头连接符 31"/>
            <p:cNvCxnSpPr/>
            <p:nvPr/>
          </p:nvCxnSpPr>
          <p:spPr>
            <a:xfrm flipH="1">
              <a:off x="16097" y="5667"/>
              <a:ext cx="1252"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
        <p:nvSpPr>
          <p:cNvPr id="33" name="文本框 32"/>
          <p:cNvSpPr txBox="1"/>
          <p:nvPr/>
        </p:nvSpPr>
        <p:spPr>
          <a:xfrm>
            <a:off x="243205" y="1033780"/>
            <a:ext cx="8084185" cy="5666105"/>
          </a:xfrm>
          <a:prstGeom prst="rect">
            <a:avLst/>
          </a:prstGeom>
        </p:spPr>
        <p:txBody>
          <a:bodyPr wrap="square">
            <a:noAutofit/>
          </a:bodyPr>
          <a:lstStyle/>
          <a:p>
            <a:pPr marL="285750" indent="-285750" fontAlgn="auto">
              <a:lnSpc>
                <a:spcPct val="150000"/>
              </a:lnSpc>
              <a:buFont typeface="Wingdings" panose="05000000000000000000" charset="0"/>
              <a:buChar char="n"/>
            </a:pPr>
            <a:r>
              <a:rPr lang="zh-CN" altLang="en-US" sz="1600" b="1" i="0" dirty="0">
                <a:solidFill>
                  <a:srgbClr val="000000"/>
                </a:solidFill>
                <a:latin typeface="微软雅黑" panose="020B0503020204020204" charset="-122"/>
                <a:ea typeface="微软雅黑" panose="020B0503020204020204" charset="-122"/>
                <a:cs typeface="微软雅黑" panose="020B0503020204020204" charset="-122"/>
              </a:rPr>
              <a:t>嵌入层</a:t>
            </a:r>
            <a:endParaRPr lang="zh-CN" altLang="en-US" sz="1600" b="1" i="0" dirty="0">
              <a:solidFill>
                <a:srgbClr val="000000"/>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buFont typeface="Wingdings" panose="05000000000000000000" charset="0"/>
              <a:buNone/>
            </a:pP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输入提示标记经过嵌入层转换为隐藏状态，即</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Transformer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层可识别的连续的</a:t>
            </a:r>
            <a:r>
              <a:rPr lang="zh-CN" altLang="en-US" sz="1400" b="0" i="0" dirty="0">
                <a:solidFill>
                  <a:srgbClr val="FF0000"/>
                </a:solidFill>
                <a:latin typeface="微软雅黑" panose="020B0503020204020204" charset="-122"/>
                <a:ea typeface="微软雅黑" panose="020B0503020204020204" charset="-122"/>
                <a:cs typeface="微软雅黑" panose="020B0503020204020204" charset="-122"/>
              </a:rPr>
              <a:t>高维向量表示</a:t>
            </a:r>
            <a:endParaRPr lang="zh-CN" altLang="en-US" sz="1400" b="0" i="0" dirty="0">
              <a:solidFill>
                <a:srgbClr val="FF0000"/>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buFont typeface="Wingdings" panose="05000000000000000000" charset="0"/>
              <a:buNone/>
            </a:pPr>
            <a:endPar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fontAlgn="auto">
              <a:lnSpc>
                <a:spcPct val="150000"/>
              </a:lnSpc>
              <a:buFont typeface="Wingdings" panose="05000000000000000000" charset="0"/>
              <a:buChar char="n"/>
            </a:pPr>
            <a:r>
              <a:rPr lang="en-US" altLang="zh-CN" sz="1400" b="1" i="0" dirty="0">
                <a:solidFill>
                  <a:srgbClr val="000000"/>
                </a:solidFill>
                <a:latin typeface="微软雅黑" panose="020B0503020204020204" charset="-122"/>
                <a:ea typeface="微软雅黑" panose="020B0503020204020204" charset="-122"/>
                <a:cs typeface="微软雅黑" panose="020B0503020204020204" charset="-122"/>
              </a:rPr>
              <a:t>Transformer </a:t>
            </a:r>
            <a:r>
              <a:rPr lang="zh-CN" altLang="en-US" sz="1400" b="1" i="0" dirty="0">
                <a:solidFill>
                  <a:srgbClr val="000000"/>
                </a:solidFill>
                <a:latin typeface="微软雅黑" panose="020B0503020204020204" charset="-122"/>
                <a:ea typeface="微软雅黑" panose="020B0503020204020204" charset="-122"/>
                <a:cs typeface="微软雅黑" panose="020B0503020204020204" charset="-122"/>
              </a:rPr>
              <a:t>层</a:t>
            </a:r>
            <a:endParaRPr lang="zh-CN" altLang="en-US" sz="1400" b="1" i="0" dirty="0">
              <a:solidFill>
                <a:srgbClr val="000000"/>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buFont typeface="Wingdings" panose="05000000000000000000" charset="0"/>
              <a:buNone/>
            </a:pP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1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个</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掩</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码</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多</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头</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注</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意</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力</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multi-head attention</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MHA</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）机</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制</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1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个</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前</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馈</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网</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络</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1400" b="0" i="0" dirty="0" err="1">
                <a:solidFill>
                  <a:srgbClr val="000000"/>
                </a:solidFill>
                <a:latin typeface="微软雅黑" panose="020B0503020204020204" charset="-122"/>
                <a:ea typeface="微软雅黑" panose="020B0503020204020204" charset="-122"/>
                <a:cs typeface="微软雅黑" panose="020B0503020204020204" charset="-122"/>
              </a:rPr>
              <a:t>feedforwardnetwork</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FFN</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）和</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2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个层归一化操作，多头注意力机制通过并行计算多个独立的注意力头，允许</a:t>
            </a:r>
            <a:r>
              <a:rPr lang="zh-CN" altLang="en-US" sz="1400" b="0" i="0" dirty="0">
                <a:solidFill>
                  <a:srgbClr val="FF0000"/>
                </a:solidFill>
                <a:latin typeface="微软雅黑" panose="020B0503020204020204" charset="-122"/>
                <a:ea typeface="微软雅黑" panose="020B0503020204020204" charset="-122"/>
                <a:cs typeface="微软雅黑" panose="020B0503020204020204" charset="-122"/>
              </a:rPr>
              <a:t>模型同时关注输入序列的不同部分</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；层归一化则用于</a:t>
            </a:r>
            <a:r>
              <a:rPr lang="zh-CN" altLang="en-US" sz="1400" b="0" i="0" dirty="0">
                <a:solidFill>
                  <a:srgbClr val="FF0000"/>
                </a:solidFill>
                <a:latin typeface="微软雅黑" panose="020B0503020204020204" charset="-122"/>
                <a:ea typeface="微软雅黑" panose="020B0503020204020204" charset="-122"/>
                <a:cs typeface="微软雅黑" panose="020B0503020204020204" charset="-122"/>
              </a:rPr>
              <a:t>防止梯度爆炸</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，提高模型泛化能力经过多个</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Transformer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层的处理后，模型生成了一个</a:t>
            </a:r>
            <a:r>
              <a:rPr lang="zh-CN" altLang="en-US" sz="1400" b="0" i="0" dirty="0">
                <a:solidFill>
                  <a:srgbClr val="FF0000"/>
                </a:solidFill>
                <a:latin typeface="微软雅黑" panose="020B0503020204020204" charset="-122"/>
                <a:ea typeface="微软雅黑" panose="020B0503020204020204" charset="-122"/>
                <a:cs typeface="微软雅黑" panose="020B0503020204020204" charset="-122"/>
              </a:rPr>
              <a:t>高维输出张量</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400" b="0" i="0" dirty="0">
                <a:solidFill>
                  <a:schemeClr val="tx1"/>
                </a:solidFill>
                <a:latin typeface="微软雅黑" panose="020B0503020204020204" charset="-122"/>
                <a:ea typeface="微软雅黑" panose="020B0503020204020204" charset="-122"/>
                <a:cs typeface="微软雅黑" panose="020B0503020204020204" charset="-122"/>
              </a:rPr>
              <a:t>该输出张量包含了输入标记在上下文中的语义信息和相关性</a:t>
            </a:r>
            <a:endParaRPr lang="zh-CN" altLang="en-US" sz="1400" b="0" i="0" dirty="0">
              <a:solidFill>
                <a:schemeClr val="tx1"/>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buFont typeface="Wingdings" panose="05000000000000000000" charset="0"/>
              <a:buNone/>
            </a:pPr>
            <a:endParaRPr lang="zh-CN" altLang="en-US" sz="1400" b="0" i="0" dirty="0">
              <a:solidFill>
                <a:schemeClr val="tx1"/>
              </a:solidFill>
              <a:latin typeface="微软雅黑" panose="020B0503020204020204" charset="-122"/>
              <a:ea typeface="微软雅黑" panose="020B0503020204020204" charset="-122"/>
              <a:cs typeface="微软雅黑" panose="020B0503020204020204" charset="-122"/>
            </a:endParaRPr>
          </a:p>
          <a:p>
            <a:pPr marL="285750" indent="-285750" fontAlgn="auto">
              <a:lnSpc>
                <a:spcPct val="150000"/>
              </a:lnSpc>
              <a:buFont typeface="Wingdings" panose="05000000000000000000" charset="0"/>
              <a:buChar char="n"/>
            </a:pPr>
            <a:r>
              <a:rPr lang="zh-CN" altLang="en-US" sz="1400" b="1" i="0" dirty="0">
                <a:solidFill>
                  <a:srgbClr val="000000"/>
                </a:solidFill>
                <a:latin typeface="微软雅黑" panose="020B0503020204020204" charset="-122"/>
                <a:ea typeface="微软雅黑" panose="020B0503020204020204" charset="-122"/>
                <a:cs typeface="微软雅黑" panose="020B0503020204020204" charset="-122"/>
              </a:rPr>
              <a:t>线性层和</a:t>
            </a:r>
            <a:r>
              <a:rPr lang="en-US" altLang="zh-CN" sz="1400" b="1" i="0" dirty="0">
                <a:solidFill>
                  <a:srgbClr val="000000"/>
                </a:solidFill>
                <a:latin typeface="微软雅黑" panose="020B0503020204020204" charset="-122"/>
                <a:ea typeface="微软雅黑" panose="020B0503020204020204" charset="-122"/>
                <a:cs typeface="微软雅黑" panose="020B0503020204020204" charset="-122"/>
              </a:rPr>
              <a:t> </a:t>
            </a:r>
            <a:r>
              <a:rPr lang="en-US" altLang="zh-CN" sz="1400" b="1" i="0" dirty="0" err="1">
                <a:solidFill>
                  <a:srgbClr val="000000"/>
                </a:solidFill>
                <a:latin typeface="微软雅黑" panose="020B0503020204020204" charset="-122"/>
                <a:ea typeface="微软雅黑" panose="020B0503020204020204" charset="-122"/>
                <a:cs typeface="微软雅黑" panose="020B0503020204020204" charset="-122"/>
              </a:rPr>
              <a:t>Softmax</a:t>
            </a:r>
            <a:r>
              <a:rPr lang="en-US" altLang="zh-CN" sz="1400" b="1"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1" i="0" dirty="0">
                <a:solidFill>
                  <a:srgbClr val="000000"/>
                </a:solidFill>
                <a:latin typeface="微软雅黑" panose="020B0503020204020204" charset="-122"/>
                <a:ea typeface="微软雅黑" panose="020B0503020204020204" charset="-122"/>
                <a:cs typeface="微软雅黑" panose="020B0503020204020204" charset="-122"/>
              </a:rPr>
              <a:t>操作</a:t>
            </a:r>
            <a:endParaRPr lang="zh-CN" altLang="en-US" sz="1400" b="1" i="0" dirty="0">
              <a:solidFill>
                <a:srgbClr val="000000"/>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buFont typeface="Wingdings" panose="05000000000000000000" charset="0"/>
              <a:buNone/>
            </a:pP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线性变换和</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en-US" altLang="zh-CN" sz="1400" b="0" i="0" dirty="0" err="1">
                <a:solidFill>
                  <a:srgbClr val="000000"/>
                </a:solidFill>
                <a:latin typeface="微软雅黑" panose="020B0503020204020204" charset="-122"/>
                <a:ea typeface="微软雅黑" panose="020B0503020204020204" charset="-122"/>
                <a:cs typeface="微软雅黑" panose="020B0503020204020204" charset="-122"/>
              </a:rPr>
              <a:t>Softmax</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函数将</a:t>
            </a:r>
            <a:r>
              <a:rPr lang="zh-CN" altLang="en-US" sz="1400" b="0" i="0" dirty="0">
                <a:solidFill>
                  <a:srgbClr val="FF0000"/>
                </a:solidFill>
                <a:latin typeface="微软雅黑" panose="020B0503020204020204" charset="-122"/>
                <a:ea typeface="微软雅黑" panose="020B0503020204020204" charset="-122"/>
                <a:cs typeface="微软雅黑" panose="020B0503020204020204" charset="-122"/>
              </a:rPr>
              <a:t>最后</a:t>
            </a:r>
            <a:r>
              <a:rPr lang="en-US" altLang="zh-CN" sz="1400" b="0" i="0" dirty="0">
                <a:solidFill>
                  <a:srgbClr val="FF0000"/>
                </a:solidFill>
                <a:latin typeface="微软雅黑" panose="020B0503020204020204" charset="-122"/>
                <a:ea typeface="微软雅黑" panose="020B0503020204020204" charset="-122"/>
                <a:cs typeface="微软雅黑" panose="020B0503020204020204" charset="-122"/>
              </a:rPr>
              <a:t> 1 </a:t>
            </a:r>
            <a:r>
              <a:rPr lang="zh-CN" altLang="en-US" sz="1400" b="0" i="0" dirty="0">
                <a:solidFill>
                  <a:srgbClr val="FF0000"/>
                </a:solidFill>
                <a:latin typeface="微软雅黑" panose="020B0503020204020204" charset="-122"/>
                <a:ea typeface="微软雅黑" panose="020B0503020204020204" charset="-122"/>
                <a:cs typeface="微软雅黑" panose="020B0503020204020204" charset="-122"/>
              </a:rPr>
              <a:t>个</a:t>
            </a:r>
            <a:r>
              <a:rPr lang="en-US" altLang="zh-CN" sz="1400" b="0" i="0" dirty="0">
                <a:solidFill>
                  <a:srgbClr val="FF0000"/>
                </a:solidFill>
                <a:latin typeface="微软雅黑" panose="020B0503020204020204" charset="-122"/>
                <a:ea typeface="微软雅黑" panose="020B0503020204020204" charset="-122"/>
                <a:cs typeface="微软雅黑" panose="020B0503020204020204" charset="-122"/>
              </a:rPr>
              <a:t> Transformer </a:t>
            </a:r>
            <a:r>
              <a:rPr lang="zh-CN" altLang="en-US" sz="1400" b="0" i="0" dirty="0">
                <a:solidFill>
                  <a:srgbClr val="FF0000"/>
                </a:solidFill>
                <a:latin typeface="微软雅黑" panose="020B0503020204020204" charset="-122"/>
                <a:ea typeface="微软雅黑" panose="020B0503020204020204" charset="-122"/>
                <a:cs typeface="微软雅黑" panose="020B0503020204020204" charset="-122"/>
              </a:rPr>
              <a:t>层输出张量</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映射为下一个生成标记</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(token)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的</a:t>
            </a:r>
            <a:r>
              <a:rPr lang="zh-CN" altLang="en-US" sz="1400" b="0" i="0" dirty="0">
                <a:solidFill>
                  <a:srgbClr val="FF0000"/>
                </a:solidFill>
                <a:latin typeface="微软雅黑" panose="020B0503020204020204" charset="-122"/>
                <a:ea typeface="微软雅黑" panose="020B0503020204020204" charset="-122"/>
                <a:cs typeface="微软雅黑" panose="020B0503020204020204" charset="-122"/>
              </a:rPr>
              <a:t>输出概率分布</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，表示词汇表中每个标记作为下一个输出标记的可能性得到下一个标记的概率分布后，模型会根据</a:t>
            </a:r>
            <a:r>
              <a:rPr lang="zh-CN" altLang="en-US" sz="1400" b="0" i="0" dirty="0">
                <a:solidFill>
                  <a:srgbClr val="FF0000"/>
                </a:solidFill>
                <a:latin typeface="微软雅黑" panose="020B0503020204020204" charset="-122"/>
                <a:ea typeface="微软雅黑" panose="020B0503020204020204" charset="-122"/>
                <a:cs typeface="微软雅黑" panose="020B0503020204020204" charset="-122"/>
              </a:rPr>
              <a:t>特定的选择策略（如贪婪搜索、束搜索等）选择出下一个输出标记</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然后，将选定的输出标记转换成词嵌入，并将其与已经生成的标记序列结合</a:t>
            </a:r>
            <a:r>
              <a:rPr lang="en-US" altLang="zh-CN" sz="1400" b="0" i="0"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dirty="0">
                <a:solidFill>
                  <a:srgbClr val="FF0000"/>
                </a:solidFill>
                <a:latin typeface="微软雅黑" panose="020B0503020204020204" charset="-122"/>
                <a:ea typeface="微软雅黑" panose="020B0503020204020204" charset="-122"/>
                <a:cs typeface="微软雅黑" panose="020B0503020204020204" charset="-122"/>
              </a:rPr>
              <a:t>重复上述步骤</a:t>
            </a:r>
            <a:r>
              <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rPr>
              <a:t>，继续生成下一个标记，直到达到最大长度或生成结束标记</a:t>
            </a:r>
            <a:endParaRPr lang="zh-CN" altLang="en-US" sz="1400" b="0" i="0"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5117" y="255907"/>
            <a:ext cx="10994949" cy="624291"/>
          </a:xfrm>
        </p:spPr>
        <p:txBody>
          <a:bodyPr>
            <a:normAutofit/>
          </a:bodyPr>
          <a:lstStyle/>
          <a:p>
            <a:r>
              <a:rPr lang="zh-CN" altLang="en-US" sz="2800" dirty="0"/>
              <a:t>推理作业流程</a:t>
            </a:r>
            <a:endParaRPr lang="zh-CN" altLang="en-US" sz="2800" dirty="0"/>
          </a:p>
        </p:txBody>
      </p:sp>
      <p:sp>
        <p:nvSpPr>
          <p:cNvPr id="3" name="文本框 2"/>
          <p:cNvSpPr txBox="1"/>
          <p:nvPr/>
        </p:nvSpPr>
        <p:spPr>
          <a:xfrm>
            <a:off x="311150" y="1158240"/>
            <a:ext cx="4816475" cy="4707890"/>
          </a:xfrm>
          <a:prstGeom prst="rect">
            <a:avLst/>
          </a:prstGeom>
          <a:noFill/>
        </p:spPr>
        <p:txBody>
          <a:bodyPr wrap="square" rtlCol="0" anchor="t">
            <a:spAutoFit/>
          </a:bodyPr>
          <a:lstStyle/>
          <a:p>
            <a:pPr marL="285750" indent="-285750" fontAlgn="auto">
              <a:lnSpc>
                <a:spcPct val="150000"/>
              </a:lnSpc>
              <a:buFont typeface="Wingdings" panose="05000000000000000000" charset="0"/>
              <a:buChar char="n"/>
            </a:pPr>
            <a:r>
              <a:rPr lang="zh-CN" altLang="en-US" b="1" dirty="0">
                <a:latin typeface="微软雅黑" panose="020B0503020204020204" charset="-122"/>
                <a:ea typeface="微软雅黑" panose="020B0503020204020204" charset="-122"/>
                <a:cs typeface="微软雅黑" panose="020B0503020204020204" charset="-122"/>
              </a:rPr>
              <a:t>预填充阶段</a:t>
            </a:r>
            <a:endParaRPr lang="zh-CN" altLang="en-US" b="1"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b="1" dirty="0">
                <a:latin typeface="微软雅黑" panose="020B0503020204020204" charset="-122"/>
                <a:ea typeface="微软雅黑" panose="020B0503020204020204" charset="-122"/>
                <a:cs typeface="微软雅黑" panose="020B0503020204020204" charset="-122"/>
              </a:rPr>
              <a:t> </a:t>
            </a:r>
            <a:r>
              <a:rPr lang="en-US" altLang="zh-CN" b="1" dirty="0">
                <a:latin typeface="微软雅黑" panose="020B0503020204020204" charset="-122"/>
                <a:ea typeface="微软雅黑" panose="020B0503020204020204" charset="-122"/>
                <a:cs typeface="微软雅黑" panose="020B0503020204020204" charset="-122"/>
              </a:rPr>
              <a:t>   </a:t>
            </a:r>
            <a:r>
              <a:rPr lang="zh-CN" altLang="en-US" sz="1600" dirty="0">
                <a:latin typeface="微软雅黑" panose="020B0503020204020204" charset="-122"/>
                <a:ea typeface="微软雅黑" panose="020B0503020204020204" charset="-122"/>
                <a:cs typeface="微软雅黑" panose="020B0503020204020204" charset="-122"/>
              </a:rPr>
              <a:t>生成首个输出标记及其键值缓存，可以</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rPr>
              <a:t>并行</a:t>
            </a:r>
            <a:r>
              <a:rPr lang="zh-CN" altLang="en-US" sz="1600" dirty="0">
                <a:latin typeface="微软雅黑" panose="020B0503020204020204" charset="-122"/>
                <a:ea typeface="微软雅黑" panose="020B0503020204020204" charset="-122"/>
                <a:cs typeface="微软雅黑" panose="020B0503020204020204" charset="-122"/>
              </a:rPr>
              <a:t>处理输入序列中的所有标记，首个生成标记的延迟受到</a:t>
            </a:r>
            <a:r>
              <a:rPr lang="en-US" altLang="zh-CN" sz="1600" dirty="0">
                <a:latin typeface="微软雅黑" panose="020B0503020204020204" charset="-122"/>
                <a:ea typeface="微软雅黑" panose="020B0503020204020204" charset="-122"/>
                <a:cs typeface="微软雅黑" panose="020B0503020204020204" charset="-122"/>
              </a:rPr>
              <a:t> GPU </a:t>
            </a:r>
            <a:r>
              <a:rPr lang="zh-CN" altLang="en-US" sz="1600" dirty="0">
                <a:latin typeface="微软雅黑" panose="020B0503020204020204" charset="-122"/>
                <a:ea typeface="微软雅黑" panose="020B0503020204020204" charset="-122"/>
                <a:cs typeface="微软雅黑" panose="020B0503020204020204" charset="-122"/>
              </a:rPr>
              <a:t>每秒浮点运算次数（</a:t>
            </a:r>
            <a:r>
              <a:rPr lang="en-US" altLang="zh-CN" sz="1600" dirty="0">
                <a:latin typeface="微软雅黑" panose="020B0503020204020204" charset="-122"/>
                <a:ea typeface="微软雅黑" panose="020B0503020204020204" charset="-122"/>
                <a:cs typeface="微软雅黑" panose="020B0503020204020204" charset="-122"/>
              </a:rPr>
              <a:t>floating-</a:t>
            </a:r>
            <a:r>
              <a:rPr lang="en-US" altLang="zh-CN" sz="1600" dirty="0" err="1">
                <a:latin typeface="微软雅黑" panose="020B0503020204020204" charset="-122"/>
                <a:ea typeface="微软雅黑" panose="020B0503020204020204" charset="-122"/>
                <a:cs typeface="微软雅黑" panose="020B0503020204020204" charset="-122"/>
              </a:rPr>
              <a:t>pointoperations</a:t>
            </a:r>
            <a:r>
              <a:rPr lang="en-US" altLang="zh-CN" sz="1600" dirty="0">
                <a:latin typeface="微软雅黑" panose="020B0503020204020204" charset="-122"/>
                <a:ea typeface="微软雅黑" panose="020B0503020204020204" charset="-122"/>
                <a:cs typeface="微软雅黑" panose="020B0503020204020204" charset="-122"/>
              </a:rPr>
              <a:t> per second</a:t>
            </a:r>
            <a:r>
              <a:rPr lang="zh-CN" altLang="en-US" sz="1600" dirty="0">
                <a:latin typeface="微软雅黑" panose="020B0503020204020204" charset="-122"/>
                <a:ea typeface="微软雅黑" panose="020B0503020204020204" charset="-122"/>
                <a:cs typeface="微软雅黑" panose="020B0503020204020204" charset="-122"/>
              </a:rPr>
              <a:t>，</a:t>
            </a:r>
            <a:r>
              <a:rPr lang="en-US" altLang="zh-CN" sz="1600" dirty="0">
                <a:latin typeface="微软雅黑" panose="020B0503020204020204" charset="-122"/>
                <a:ea typeface="微软雅黑" panose="020B0503020204020204" charset="-122"/>
                <a:cs typeface="微软雅黑" panose="020B0503020204020204" charset="-122"/>
              </a:rPr>
              <a:t> FLOPS</a:t>
            </a:r>
            <a:r>
              <a:rPr lang="zh-CN" altLang="en-US" sz="1600" dirty="0">
                <a:latin typeface="微软雅黑" panose="020B0503020204020204" charset="-122"/>
                <a:ea typeface="微软雅黑" panose="020B0503020204020204" charset="-122"/>
                <a:cs typeface="微软雅黑" panose="020B0503020204020204" charset="-122"/>
              </a:rPr>
              <a:t>）的限制，属于</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rPr>
              <a:t>计算密集型任务</a:t>
            </a:r>
            <a:endParaRPr lang="zh-CN" altLang="en-US" sz="1600"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endParaRPr lang="zh-CN" altLang="en-US" sz="1600" dirty="0">
              <a:latin typeface="微软雅黑" panose="020B0503020204020204" charset="-122"/>
              <a:ea typeface="微软雅黑" panose="020B0503020204020204" charset="-122"/>
              <a:cs typeface="微软雅黑" panose="020B0503020204020204" charset="-122"/>
            </a:endParaRPr>
          </a:p>
          <a:p>
            <a:pPr marL="285750" indent="-285750" fontAlgn="auto">
              <a:lnSpc>
                <a:spcPct val="150000"/>
              </a:lnSpc>
              <a:buFont typeface="Wingdings" panose="05000000000000000000" charset="0"/>
              <a:buChar char="n"/>
            </a:pPr>
            <a:r>
              <a:rPr lang="zh-CN" altLang="en-US" b="1" dirty="0">
                <a:latin typeface="微软雅黑" panose="020B0503020204020204" charset="-122"/>
                <a:ea typeface="微软雅黑" panose="020B0503020204020204" charset="-122"/>
                <a:cs typeface="微软雅黑" panose="020B0503020204020204" charset="-122"/>
              </a:rPr>
              <a:t>解码阶段</a:t>
            </a:r>
            <a:endParaRPr lang="zh-CN" altLang="en-US" b="1"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b="1" dirty="0">
                <a:latin typeface="微软雅黑" panose="020B0503020204020204" charset="-122"/>
                <a:ea typeface="微软雅黑" panose="020B0503020204020204" charset="-122"/>
                <a:cs typeface="微软雅黑" panose="020B0503020204020204" charset="-122"/>
              </a:rPr>
              <a:t> </a:t>
            </a:r>
            <a:r>
              <a:rPr lang="en-US" altLang="zh-CN" b="1" dirty="0">
                <a:latin typeface="微软雅黑" panose="020B0503020204020204" charset="-122"/>
                <a:ea typeface="微软雅黑" panose="020B0503020204020204" charset="-122"/>
                <a:cs typeface="微软雅黑" panose="020B0503020204020204" charset="-122"/>
              </a:rPr>
              <a:t>   </a:t>
            </a:r>
            <a:r>
              <a:rPr lang="zh-CN" altLang="en-US" sz="1600" dirty="0">
                <a:latin typeface="微软雅黑" panose="020B0503020204020204" charset="-122"/>
                <a:ea typeface="微软雅黑" panose="020B0503020204020204" charset="-122"/>
                <a:cs typeface="微软雅黑" panose="020B0503020204020204" charset="-122"/>
              </a:rPr>
              <a:t>以自回归的方式单次单个地逐步生成输出标记，当前的输出标记</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rPr>
              <a:t>依赖于上一个标记和旧的键值缓存</a:t>
            </a:r>
            <a:r>
              <a:rPr lang="zh-CN" altLang="en-US" sz="1600" dirty="0">
                <a:latin typeface="微软雅黑" panose="020B0503020204020204" charset="-122"/>
                <a:ea typeface="微软雅黑" panose="020B0503020204020204" charset="-122"/>
                <a:cs typeface="微软雅黑" panose="020B0503020204020204" charset="-122"/>
              </a:rPr>
              <a:t>。这种</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rPr>
              <a:t>顺序</a:t>
            </a:r>
            <a:r>
              <a:rPr lang="zh-CN" altLang="en-US" sz="1600" dirty="0">
                <a:latin typeface="微软雅黑" panose="020B0503020204020204" charset="-122"/>
                <a:ea typeface="微软雅黑" panose="020B0503020204020204" charset="-122"/>
                <a:cs typeface="微软雅黑" panose="020B0503020204020204" charset="-122"/>
              </a:rPr>
              <a:t>生成过程使得工作负载受显存带宽限制，属于</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rPr>
              <a:t>数据密集型任务</a:t>
            </a:r>
            <a:endParaRPr lang="en-US" altLang="zh-CN" sz="16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5259070" y="1096010"/>
            <a:ext cx="6870065" cy="5515610"/>
          </a:xfrm>
          <a:prstGeom prst="rect">
            <a:avLst/>
          </a:prstGeom>
          <a:noFill/>
        </p:spPr>
        <p:txBody>
          <a:bodyPr wrap="square" rtlCol="0" anchor="t">
            <a:noAutofit/>
          </a:bodyPr>
          <a:lstStyle/>
          <a:p>
            <a:pPr marL="285750" indent="-285750" fontAlgn="auto">
              <a:lnSpc>
                <a:spcPct val="150000"/>
              </a:lnSpc>
              <a:buFont typeface="Wingdings" panose="05000000000000000000" charset="0"/>
              <a:buChar char="n"/>
            </a:pPr>
            <a:r>
              <a:rPr lang="zh-CN" altLang="en-US" b="1" dirty="0">
                <a:latin typeface="微软雅黑" panose="020B0503020204020204" charset="-122"/>
                <a:ea typeface="微软雅黑" panose="020B0503020204020204" charset="-122"/>
                <a:cs typeface="微软雅黑" panose="020B0503020204020204" charset="-122"/>
                <a:sym typeface="+mn-ea"/>
              </a:rPr>
              <a:t>数据类型</a:t>
            </a:r>
            <a:endParaRPr lang="en-US" altLang="zh-CN" b="1"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GPU </a:t>
            </a:r>
            <a:r>
              <a:rPr lang="zh-CN" altLang="en-US" sz="1600" dirty="0">
                <a:latin typeface="微软雅黑" panose="020B0503020204020204" charset="-122"/>
                <a:ea typeface="微软雅黑" panose="020B0503020204020204" charset="-122"/>
                <a:cs typeface="微软雅黑" panose="020B0503020204020204" charset="-122"/>
                <a:sym typeface="+mn-ea"/>
              </a:rPr>
              <a:t>显存主要用于存储</a:t>
            </a:r>
            <a:r>
              <a:rPr lang="en-US" altLang="zh-CN" sz="1600" dirty="0">
                <a:latin typeface="微软雅黑" panose="020B0503020204020204" charset="-122"/>
                <a:ea typeface="微软雅黑" panose="020B0503020204020204" charset="-122"/>
                <a:cs typeface="微软雅黑" panose="020B0503020204020204" charset="-122"/>
                <a:sym typeface="+mn-ea"/>
              </a:rPr>
              <a:t> 3 </a:t>
            </a:r>
            <a:r>
              <a:rPr lang="zh-CN" altLang="en-US" sz="1600" dirty="0">
                <a:latin typeface="微软雅黑" panose="020B0503020204020204" charset="-122"/>
                <a:ea typeface="微软雅黑" panose="020B0503020204020204" charset="-122"/>
                <a:cs typeface="微软雅黑" panose="020B0503020204020204" charset="-122"/>
                <a:sym typeface="+mn-ea"/>
              </a:rPr>
              <a:t>类资源：</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mn-ea"/>
              </a:rPr>
              <a:t>模型权重、键值缓存和激活量</a:t>
            </a:r>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1</a:t>
            </a:r>
            <a:r>
              <a:rPr lang="zh-CN" altLang="en-US" sz="1600" dirty="0">
                <a:latin typeface="微软雅黑" panose="020B0503020204020204" charset="-122"/>
                <a:ea typeface="微软雅黑" panose="020B0503020204020204" charset="-122"/>
                <a:cs typeface="微软雅黑" panose="020B0503020204020204" charset="-122"/>
                <a:sym typeface="+mn-ea"/>
              </a:rPr>
              <a:t>）</a:t>
            </a:r>
            <a:r>
              <a:rPr lang="zh-CN" altLang="en-US" sz="1600" b="1" dirty="0">
                <a:latin typeface="微软雅黑" panose="020B0503020204020204" charset="-122"/>
                <a:ea typeface="微软雅黑" panose="020B0503020204020204" charset="-122"/>
                <a:cs typeface="微软雅黑" panose="020B0503020204020204" charset="-122"/>
                <a:sym typeface="+mn-ea"/>
              </a:rPr>
              <a:t>模型权重</a:t>
            </a:r>
            <a:r>
              <a:rPr lang="zh-CN" altLang="en-US" sz="1600" dirty="0">
                <a:latin typeface="微软雅黑" panose="020B0503020204020204" charset="-122"/>
                <a:ea typeface="微软雅黑" panose="020B0503020204020204" charset="-122"/>
                <a:cs typeface="微软雅黑" panose="020B0503020204020204" charset="-122"/>
                <a:sym typeface="+mn-ea"/>
              </a:rPr>
              <a:t>（即模型大小）主要与模型</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mn-ea"/>
              </a:rPr>
              <a:t>参数和精度</a:t>
            </a:r>
            <a:r>
              <a:rPr lang="zh-CN" altLang="en-US" sz="1600" dirty="0">
                <a:latin typeface="微软雅黑" panose="020B0503020204020204" charset="-122"/>
                <a:ea typeface="微软雅黑" panose="020B0503020204020204" charset="-122"/>
                <a:cs typeface="微软雅黑" panose="020B0503020204020204" charset="-122"/>
                <a:sym typeface="+mn-ea"/>
              </a:rPr>
              <a:t>有关。例如</a:t>
            </a:r>
            <a:r>
              <a:rPr lang="en-US" altLang="zh-CN" sz="1600" dirty="0">
                <a:latin typeface="微软雅黑" panose="020B0503020204020204" charset="-122"/>
                <a:ea typeface="微软雅黑" panose="020B0503020204020204" charset="-122"/>
                <a:cs typeface="微软雅黑" panose="020B0503020204020204" charset="-122"/>
                <a:sym typeface="+mn-ea"/>
              </a:rPr>
              <a:t>FP16 </a:t>
            </a:r>
            <a:r>
              <a:rPr lang="zh-CN" altLang="en-US" sz="1600" dirty="0">
                <a:latin typeface="微软雅黑" panose="020B0503020204020204" charset="-122"/>
                <a:ea typeface="微软雅黑" panose="020B0503020204020204" charset="-122"/>
                <a:cs typeface="微软雅黑" panose="020B0503020204020204" charset="-122"/>
                <a:sym typeface="+mn-ea"/>
              </a:rPr>
              <a:t>精度的</a:t>
            </a:r>
            <a:r>
              <a:rPr lang="en-US" altLang="zh-CN" sz="1600" dirty="0">
                <a:latin typeface="微软雅黑" panose="020B0503020204020204" charset="-122"/>
                <a:ea typeface="微软雅黑" panose="020B0503020204020204" charset="-122"/>
                <a:cs typeface="微软雅黑" panose="020B0503020204020204" charset="-122"/>
                <a:sym typeface="+mn-ea"/>
              </a:rPr>
              <a:t> LLaMA2-70B </a:t>
            </a:r>
            <a:r>
              <a:rPr lang="zh-CN" altLang="en-US" sz="1600" dirty="0">
                <a:latin typeface="微软雅黑" panose="020B0503020204020204" charset="-122"/>
                <a:ea typeface="微软雅黑" panose="020B0503020204020204" charset="-122"/>
                <a:cs typeface="微软雅黑" panose="020B0503020204020204" charset="-122"/>
                <a:sym typeface="+mn-ea"/>
              </a:rPr>
              <a:t>模型，每个参数占用</a:t>
            </a:r>
            <a:r>
              <a:rPr lang="en-US" altLang="zh-CN" sz="1600" dirty="0">
                <a:latin typeface="微软雅黑" panose="020B0503020204020204" charset="-122"/>
                <a:ea typeface="微软雅黑" panose="020B0503020204020204" charset="-122"/>
                <a:cs typeface="微软雅黑" panose="020B0503020204020204" charset="-122"/>
                <a:sym typeface="+mn-ea"/>
              </a:rPr>
              <a:t> 2B </a:t>
            </a:r>
            <a:r>
              <a:rPr lang="zh-CN" altLang="en-US" sz="1600" dirty="0">
                <a:latin typeface="微软雅黑" panose="020B0503020204020204" charset="-122"/>
                <a:ea typeface="微软雅黑" panose="020B0503020204020204" charset="-122"/>
                <a:cs typeface="微软雅黑" panose="020B0503020204020204" charset="-122"/>
                <a:sym typeface="+mn-ea"/>
              </a:rPr>
              <a:t>显存。因此，</a:t>
            </a:r>
            <a:r>
              <a:rPr lang="en-US" altLang="zh-CN" sz="1600" dirty="0">
                <a:latin typeface="微软雅黑" panose="020B0503020204020204" charset="-122"/>
                <a:ea typeface="微软雅黑" panose="020B0503020204020204" charset="-122"/>
                <a:cs typeface="微软雅黑" panose="020B0503020204020204" charset="-122"/>
                <a:sym typeface="+mn-ea"/>
              </a:rPr>
              <a:t>LLaMA2-70 B </a:t>
            </a:r>
            <a:r>
              <a:rPr lang="zh-CN" altLang="en-US" sz="1600" dirty="0">
                <a:latin typeface="微软雅黑" panose="020B0503020204020204" charset="-122"/>
                <a:ea typeface="微软雅黑" panose="020B0503020204020204" charset="-122"/>
                <a:cs typeface="微软雅黑" panose="020B0503020204020204" charset="-122"/>
                <a:sym typeface="+mn-ea"/>
              </a:rPr>
              <a:t>模型权重将占用</a:t>
            </a:r>
            <a:r>
              <a:rPr lang="en-US" altLang="zh-CN" sz="1600" dirty="0">
                <a:latin typeface="微软雅黑" panose="020B0503020204020204" charset="-122"/>
                <a:ea typeface="微软雅黑" panose="020B0503020204020204" charset="-122"/>
                <a:cs typeface="微软雅黑" panose="020B0503020204020204" charset="-122"/>
                <a:sym typeface="+mn-ea"/>
              </a:rPr>
              <a:t> </a:t>
            </a:r>
            <a:r>
              <a:rPr lang="zh-CN" altLang="en-US" sz="1600" dirty="0">
                <a:latin typeface="微软雅黑" panose="020B0503020204020204" charset="-122"/>
                <a:ea typeface="微软雅黑" panose="020B0503020204020204" charset="-122"/>
                <a:cs typeface="微软雅黑" panose="020B0503020204020204" charset="-122"/>
                <a:sym typeface="+mn-ea"/>
              </a:rPr>
              <a:t>显存空间</a:t>
            </a:r>
            <a:endParaRPr lang="en-US" altLang="zh-CN" sz="16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2</a:t>
            </a:r>
            <a:r>
              <a:rPr lang="zh-CN" altLang="en-US" sz="1600" dirty="0">
                <a:latin typeface="微软雅黑" panose="020B0503020204020204" charset="-122"/>
                <a:ea typeface="微软雅黑" panose="020B0503020204020204" charset="-122"/>
                <a:cs typeface="微软雅黑" panose="020B0503020204020204" charset="-122"/>
                <a:sym typeface="+mn-ea"/>
              </a:rPr>
              <a:t>）</a:t>
            </a:r>
            <a:r>
              <a:rPr lang="zh-CN" altLang="en-US" sz="1600" b="1" dirty="0">
                <a:solidFill>
                  <a:schemeClr val="tx1"/>
                </a:solidFill>
                <a:latin typeface="微软雅黑" panose="020B0503020204020204" charset="-122"/>
                <a:ea typeface="微软雅黑" panose="020B0503020204020204" charset="-122"/>
                <a:cs typeface="微软雅黑" panose="020B0503020204020204" charset="-122"/>
                <a:sym typeface="+mn-ea"/>
              </a:rPr>
              <a:t>键值缓存</a:t>
            </a:r>
            <a:r>
              <a:rPr lang="zh-CN" altLang="en-US" sz="1600" dirty="0">
                <a:latin typeface="微软雅黑" panose="020B0503020204020204" charset="-122"/>
                <a:ea typeface="微软雅黑" panose="020B0503020204020204" charset="-122"/>
                <a:cs typeface="微软雅黑" panose="020B0503020204020204" charset="-122"/>
                <a:sym typeface="+mn-ea"/>
              </a:rPr>
              <a:t>是指在大语言模型推理过程中，为了加速后续标记的生成效率而</a:t>
            </a:r>
            <a:r>
              <a:rPr lang="zh-CN" altLang="en-US" sz="1600" dirty="0">
                <a:solidFill>
                  <a:schemeClr val="tx1"/>
                </a:solidFill>
                <a:latin typeface="微软雅黑" panose="020B0503020204020204" charset="-122"/>
                <a:ea typeface="微软雅黑" panose="020B0503020204020204" charset="-122"/>
                <a:cs typeface="微软雅黑" panose="020B0503020204020204" charset="-122"/>
                <a:sym typeface="+mn-ea"/>
              </a:rPr>
              <a:t>缓存的键和值向量。</a:t>
            </a:r>
            <a:r>
              <a:rPr lang="zh-CN" altLang="en-US" sz="1600" dirty="0">
                <a:latin typeface="微软雅黑" panose="020B0503020204020204" charset="-122"/>
                <a:ea typeface="微软雅黑" panose="020B0503020204020204" charset="-122"/>
                <a:cs typeface="微软雅黑" panose="020B0503020204020204" charset="-122"/>
                <a:sym typeface="+mn-ea"/>
              </a:rPr>
              <a:t>其显存占用与请求批处理大小、序列长度、隐藏层大小、模型精度等多种因素相关。</a:t>
            </a:r>
            <a:r>
              <a:rPr lang="en-US" altLang="zh-CN" sz="1600" dirty="0">
                <a:latin typeface="微软雅黑" panose="020B0503020204020204" charset="-122"/>
                <a:ea typeface="微软雅黑" panose="020B0503020204020204" charset="-122"/>
                <a:cs typeface="微软雅黑" panose="020B0503020204020204" charset="-122"/>
                <a:sym typeface="+mn-ea"/>
              </a:rPr>
              <a:t>M(</a:t>
            </a:r>
            <a:r>
              <a:rPr lang="en-US" altLang="zh-CN" sz="1600" dirty="0" err="1">
                <a:latin typeface="微软雅黑" panose="020B0503020204020204" charset="-122"/>
                <a:ea typeface="微软雅黑" panose="020B0503020204020204" charset="-122"/>
                <a:cs typeface="微软雅黑" panose="020B0503020204020204" charset="-122"/>
                <a:sym typeface="+mn-ea"/>
              </a:rPr>
              <a:t>kv</a:t>
            </a:r>
            <a:r>
              <a:rPr lang="en-US" altLang="zh-CN" sz="1600" dirty="0">
                <a:latin typeface="微软雅黑" panose="020B0503020204020204" charset="-122"/>
                <a:ea typeface="微软雅黑" panose="020B0503020204020204" charset="-122"/>
                <a:cs typeface="微软雅黑" panose="020B0503020204020204" charset="-122"/>
                <a:sym typeface="+mn-ea"/>
              </a:rPr>
              <a:t>) = 2</a:t>
            </a:r>
            <a:r>
              <a:rPr lang="en-US" altLang="en-US" sz="1600" dirty="0">
                <a:latin typeface="微软雅黑" panose="020B0503020204020204" charset="-122"/>
                <a:ea typeface="微软雅黑" panose="020B0503020204020204" charset="-122"/>
                <a:cs typeface="微软雅黑" panose="020B0503020204020204" charset="-122"/>
                <a:sym typeface="+mn-ea"/>
              </a:rPr>
              <a:t>×</a:t>
            </a:r>
            <a:r>
              <a:rPr lang="en-US" altLang="zh-CN" sz="1600" dirty="0">
                <a:latin typeface="微软雅黑" panose="020B0503020204020204" charset="-122"/>
                <a:ea typeface="微软雅黑" panose="020B0503020204020204" charset="-122"/>
                <a:cs typeface="微软雅黑" panose="020B0503020204020204" charset="-122"/>
                <a:sym typeface="+mn-ea"/>
              </a:rPr>
              <a:t>B</a:t>
            </a:r>
            <a:r>
              <a:rPr lang="en-US" altLang="en-US" sz="1600" dirty="0">
                <a:latin typeface="微软雅黑" panose="020B0503020204020204" charset="-122"/>
                <a:ea typeface="微软雅黑" panose="020B0503020204020204" charset="-122"/>
                <a:cs typeface="微软雅黑" panose="020B0503020204020204" charset="-122"/>
                <a:sym typeface="+mn-ea"/>
              </a:rPr>
              <a:t>×</a:t>
            </a:r>
            <a:r>
              <a:rPr lang="en-US" altLang="zh-CN" sz="1600" dirty="0">
                <a:latin typeface="微软雅黑" panose="020B0503020204020204" charset="-122"/>
                <a:ea typeface="微软雅黑" panose="020B0503020204020204" charset="-122"/>
                <a:cs typeface="微软雅黑" panose="020B0503020204020204" charset="-122"/>
                <a:sym typeface="+mn-ea"/>
              </a:rPr>
              <a:t>S</a:t>
            </a:r>
            <a:r>
              <a:rPr lang="en-US" altLang="en-US" sz="1600" dirty="0">
                <a:latin typeface="微软雅黑" panose="020B0503020204020204" charset="-122"/>
                <a:ea typeface="微软雅黑" panose="020B0503020204020204" charset="-122"/>
                <a:cs typeface="微软雅黑" panose="020B0503020204020204" charset="-122"/>
                <a:sym typeface="+mn-ea"/>
              </a:rPr>
              <a:t>×</a:t>
            </a:r>
            <a:r>
              <a:rPr lang="en-US" altLang="zh-CN" sz="1600" dirty="0">
                <a:latin typeface="微软雅黑" panose="020B0503020204020204" charset="-122"/>
                <a:ea typeface="微软雅黑" panose="020B0503020204020204" charset="-122"/>
                <a:cs typeface="微软雅黑" panose="020B0503020204020204" charset="-122"/>
                <a:sym typeface="+mn-ea"/>
              </a:rPr>
              <a:t>H</a:t>
            </a:r>
            <a:r>
              <a:rPr lang="en-US" altLang="en-US" sz="1600" dirty="0">
                <a:latin typeface="微软雅黑" panose="020B0503020204020204" charset="-122"/>
                <a:ea typeface="微软雅黑" panose="020B0503020204020204" charset="-122"/>
                <a:cs typeface="微软雅黑" panose="020B0503020204020204" charset="-122"/>
                <a:sym typeface="+mn-ea"/>
              </a:rPr>
              <a:t>×</a:t>
            </a:r>
            <a:r>
              <a:rPr lang="en-US" altLang="zh-CN" sz="1600" dirty="0">
                <a:latin typeface="微软雅黑" panose="020B0503020204020204" charset="-122"/>
                <a:ea typeface="微软雅黑" panose="020B0503020204020204" charset="-122"/>
                <a:cs typeface="微软雅黑" panose="020B0503020204020204" charset="-122"/>
                <a:sym typeface="+mn-ea"/>
              </a:rPr>
              <a:t>L</a:t>
            </a:r>
            <a:r>
              <a:rPr lang="en-US" altLang="en-US" sz="1600" dirty="0">
                <a:latin typeface="微软雅黑" panose="020B0503020204020204" charset="-122"/>
                <a:ea typeface="微软雅黑" panose="020B0503020204020204" charset="-122"/>
                <a:cs typeface="微软雅黑" panose="020B0503020204020204" charset="-122"/>
                <a:sym typeface="+mn-ea"/>
              </a:rPr>
              <a:t>×</a:t>
            </a:r>
            <a:r>
              <a:rPr lang="en-US" altLang="zh-CN" sz="1600" dirty="0">
                <a:latin typeface="微软雅黑" panose="020B0503020204020204" charset="-122"/>
                <a:ea typeface="微软雅黑" panose="020B0503020204020204" charset="-122"/>
                <a:cs typeface="微软雅黑" panose="020B0503020204020204" charset="-122"/>
                <a:sym typeface="+mn-ea"/>
              </a:rPr>
              <a:t>P</a:t>
            </a:r>
            <a:r>
              <a:rPr lang="zh-CN" altLang="en-US" sz="1600" dirty="0">
                <a:latin typeface="微软雅黑" panose="020B0503020204020204" charset="-122"/>
                <a:ea typeface="微软雅黑" panose="020B0503020204020204" charset="-122"/>
                <a:cs typeface="微软雅黑" panose="020B0503020204020204" charset="-122"/>
                <a:sym typeface="+mn-ea"/>
              </a:rPr>
              <a:t>。</a:t>
            </a:r>
            <a:r>
              <a:rPr lang="en-US" altLang="zh-CN" sz="1600" dirty="0">
                <a:latin typeface="微软雅黑" panose="020B0503020204020204" charset="-122"/>
                <a:ea typeface="微软雅黑" panose="020B0503020204020204" charset="-122"/>
                <a:cs typeface="微软雅黑" panose="020B0503020204020204" charset="-122"/>
                <a:sym typeface="+mn-ea"/>
              </a:rPr>
              <a:t>B</a:t>
            </a:r>
            <a:r>
              <a:rPr lang="zh-CN" altLang="en-US" sz="1600" dirty="0">
                <a:latin typeface="微软雅黑" panose="020B0503020204020204" charset="-122"/>
                <a:ea typeface="微软雅黑" panose="020B0503020204020204" charset="-122"/>
                <a:cs typeface="微软雅黑" panose="020B0503020204020204" charset="-122"/>
                <a:sym typeface="+mn-ea"/>
              </a:rPr>
              <a:t>表示批处理大小，</a:t>
            </a:r>
            <a:r>
              <a:rPr lang="en-US" altLang="zh-CN" sz="1600" dirty="0">
                <a:latin typeface="微软雅黑" panose="020B0503020204020204" charset="-122"/>
                <a:ea typeface="微软雅黑" panose="020B0503020204020204" charset="-122"/>
                <a:cs typeface="微软雅黑" panose="020B0503020204020204" charset="-122"/>
                <a:sym typeface="+mn-ea"/>
              </a:rPr>
              <a:t> S</a:t>
            </a:r>
            <a:r>
              <a:rPr lang="zh-CN" altLang="en-US" sz="1600" dirty="0">
                <a:latin typeface="微软雅黑" panose="020B0503020204020204" charset="-122"/>
                <a:ea typeface="微软雅黑" panose="020B0503020204020204" charset="-122"/>
                <a:cs typeface="微软雅黑" panose="020B0503020204020204" charset="-122"/>
                <a:sym typeface="+mn-ea"/>
              </a:rPr>
              <a:t>表示生成标记序列的长度，</a:t>
            </a:r>
            <a:r>
              <a:rPr lang="en-US" altLang="zh-CN" sz="1600" dirty="0">
                <a:latin typeface="微软雅黑" panose="020B0503020204020204" charset="-122"/>
                <a:ea typeface="微软雅黑" panose="020B0503020204020204" charset="-122"/>
                <a:cs typeface="微软雅黑" panose="020B0503020204020204" charset="-122"/>
                <a:sym typeface="+mn-ea"/>
              </a:rPr>
              <a:t>H</a:t>
            </a:r>
            <a:r>
              <a:rPr lang="zh-CN" altLang="en-US" sz="1600" dirty="0">
                <a:latin typeface="微软雅黑" panose="020B0503020204020204" charset="-122"/>
                <a:ea typeface="微软雅黑" panose="020B0503020204020204" charset="-122"/>
                <a:cs typeface="微软雅黑" panose="020B0503020204020204" charset="-122"/>
                <a:sym typeface="+mn-ea"/>
              </a:rPr>
              <a:t>表示隐藏层大小，</a:t>
            </a:r>
            <a:r>
              <a:rPr lang="en-US" altLang="zh-CN" sz="1600" dirty="0">
                <a:latin typeface="微软雅黑" panose="020B0503020204020204" charset="-122"/>
                <a:ea typeface="微软雅黑" panose="020B0503020204020204" charset="-122"/>
                <a:cs typeface="微软雅黑" panose="020B0503020204020204" charset="-122"/>
                <a:sym typeface="+mn-ea"/>
              </a:rPr>
              <a:t> L</a:t>
            </a:r>
            <a:r>
              <a:rPr lang="zh-CN" altLang="en-US" sz="1600" dirty="0">
                <a:latin typeface="微软雅黑" panose="020B0503020204020204" charset="-122"/>
                <a:ea typeface="微软雅黑" panose="020B0503020204020204" charset="-122"/>
                <a:cs typeface="微软雅黑" panose="020B0503020204020204" charset="-122"/>
                <a:sym typeface="+mn-ea"/>
              </a:rPr>
              <a:t>表示模型的层数，</a:t>
            </a:r>
            <a:r>
              <a:rPr lang="en-US" altLang="zh-CN" sz="1600" dirty="0">
                <a:latin typeface="微软雅黑" panose="020B0503020204020204" charset="-122"/>
                <a:ea typeface="微软雅黑" panose="020B0503020204020204" charset="-122"/>
                <a:cs typeface="微软雅黑" panose="020B0503020204020204" charset="-122"/>
                <a:sym typeface="+mn-ea"/>
              </a:rPr>
              <a:t> P</a:t>
            </a:r>
            <a:r>
              <a:rPr lang="zh-CN" altLang="en-US" sz="1600" dirty="0">
                <a:latin typeface="微软雅黑" panose="020B0503020204020204" charset="-122"/>
                <a:ea typeface="微软雅黑" panose="020B0503020204020204" charset="-122"/>
                <a:cs typeface="微软雅黑" panose="020B0503020204020204" charset="-122"/>
                <a:sym typeface="+mn-ea"/>
              </a:rPr>
              <a:t>表示模型精度。第</a:t>
            </a:r>
            <a:r>
              <a:rPr lang="en-US" altLang="zh-CN" sz="1600" dirty="0">
                <a:latin typeface="微软雅黑" panose="020B0503020204020204" charset="-122"/>
                <a:ea typeface="微软雅黑" panose="020B0503020204020204" charset="-122"/>
                <a:cs typeface="微软雅黑" panose="020B0503020204020204" charset="-122"/>
                <a:sym typeface="+mn-ea"/>
              </a:rPr>
              <a:t>1</a:t>
            </a:r>
            <a:r>
              <a:rPr lang="zh-CN" altLang="en-US" sz="1600" dirty="0">
                <a:latin typeface="微软雅黑" panose="020B0503020204020204" charset="-122"/>
                <a:ea typeface="微软雅黑" panose="020B0503020204020204" charset="-122"/>
                <a:cs typeface="微软雅黑" panose="020B0503020204020204" charset="-122"/>
                <a:sym typeface="+mn-ea"/>
              </a:rPr>
              <a:t>个系数</a:t>
            </a:r>
            <a:r>
              <a:rPr lang="en-US" altLang="zh-CN" sz="1600" dirty="0">
                <a:latin typeface="微软雅黑" panose="020B0503020204020204" charset="-122"/>
                <a:ea typeface="微软雅黑" panose="020B0503020204020204" charset="-122"/>
                <a:cs typeface="微软雅黑" panose="020B0503020204020204" charset="-122"/>
                <a:sym typeface="+mn-ea"/>
              </a:rPr>
              <a:t>“2”</a:t>
            </a:r>
            <a:r>
              <a:rPr lang="zh-CN" altLang="en-US" sz="1600" dirty="0">
                <a:latin typeface="微软雅黑" panose="020B0503020204020204" charset="-122"/>
                <a:ea typeface="微软雅黑" panose="020B0503020204020204" charset="-122"/>
                <a:cs typeface="微软雅黑" panose="020B0503020204020204" charset="-122"/>
                <a:sym typeface="+mn-ea"/>
              </a:rPr>
              <a:t>反映了需要为每个生成标记存储的键和值向量。</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3</a:t>
            </a:r>
            <a:r>
              <a:rPr lang="zh-CN" altLang="en-US" sz="1600" dirty="0">
                <a:latin typeface="微软雅黑" panose="020B0503020204020204" charset="-122"/>
                <a:ea typeface="微软雅黑" panose="020B0503020204020204" charset="-122"/>
                <a:cs typeface="微软雅黑" panose="020B0503020204020204" charset="-122"/>
                <a:sym typeface="+mn-ea"/>
              </a:rPr>
              <a:t>）</a:t>
            </a:r>
            <a:r>
              <a:rPr lang="zh-CN" altLang="en-US" sz="1600" b="1" dirty="0">
                <a:latin typeface="微软雅黑" panose="020B0503020204020204" charset="-122"/>
                <a:ea typeface="微软雅黑" panose="020B0503020204020204" charset="-122"/>
                <a:cs typeface="微软雅黑" panose="020B0503020204020204" charset="-122"/>
                <a:sym typeface="+mn-ea"/>
              </a:rPr>
              <a:t>激活量</a:t>
            </a:r>
            <a:r>
              <a:rPr lang="zh-CN" altLang="en-US" sz="1600" dirty="0">
                <a:latin typeface="微软雅黑" panose="020B0503020204020204" charset="-122"/>
                <a:ea typeface="微软雅黑" panose="020B0503020204020204" charset="-122"/>
                <a:cs typeface="微软雅黑" panose="020B0503020204020204" charset="-122"/>
                <a:sym typeface="+mn-ea"/>
              </a:rPr>
              <a:t>是指每一层神经网络在</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mn-ea"/>
              </a:rPr>
              <a:t>前向传播过程中生成的中间结果</a:t>
            </a:r>
            <a:r>
              <a:rPr lang="zh-CN" altLang="en-US" sz="1600" dirty="0">
                <a:latin typeface="微软雅黑" panose="020B0503020204020204" charset="-122"/>
                <a:ea typeface="微软雅黑" panose="020B0503020204020204" charset="-122"/>
                <a:cs typeface="微软雅黑" panose="020B0503020204020204" charset="-122"/>
                <a:sym typeface="+mn-ea"/>
              </a:rPr>
              <a:t>。</a:t>
            </a:r>
            <a:r>
              <a:rPr lang="en-US" altLang="zh-CN" sz="1600" dirty="0">
                <a:latin typeface="微软雅黑" panose="020B0503020204020204" charset="-122"/>
                <a:ea typeface="微软雅黑" panose="020B0503020204020204" charset="-122"/>
                <a:cs typeface="微软雅黑" panose="020B0503020204020204" charset="-122"/>
                <a:sym typeface="+mn-ea"/>
              </a:rPr>
              <a:t> </a:t>
            </a:r>
            <a:r>
              <a:rPr lang="zh-CN" altLang="en-US" sz="1600" dirty="0">
                <a:latin typeface="微软雅黑" panose="020B0503020204020204" charset="-122"/>
                <a:ea typeface="微软雅黑" panose="020B0503020204020204" charset="-122"/>
                <a:cs typeface="微软雅黑" panose="020B0503020204020204" charset="-122"/>
                <a:sym typeface="+mn-ea"/>
              </a:rPr>
              <a:t>与大语言模型训练不同，在推理过程中</a:t>
            </a:r>
            <a:r>
              <a:rPr lang="en-US" altLang="zh-CN" sz="1600" dirty="0">
                <a:latin typeface="微软雅黑" panose="020B0503020204020204" charset="-122"/>
                <a:ea typeface="微软雅黑" panose="020B0503020204020204" charset="-122"/>
                <a:cs typeface="微软雅黑" panose="020B0503020204020204" charset="-122"/>
                <a:sym typeface="+mn-ea"/>
              </a:rPr>
              <a:t> GPU </a:t>
            </a:r>
            <a:r>
              <a:rPr lang="zh-CN" altLang="en-US" sz="1600" dirty="0">
                <a:latin typeface="微软雅黑" panose="020B0503020204020204" charset="-122"/>
                <a:ea typeface="微软雅黑" panose="020B0503020204020204" charset="-122"/>
                <a:cs typeface="微软雅黑" panose="020B0503020204020204" charset="-122"/>
                <a:sym typeface="+mn-ea"/>
              </a:rPr>
              <a:t>显存只需要缓存当前层的中间结果，并在前向传播到下一层时释放之前的激活量，从而显著减少了显存占用</a:t>
            </a: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5117" y="255907"/>
            <a:ext cx="10994949" cy="624291"/>
          </a:xfrm>
        </p:spPr>
        <p:txBody>
          <a:bodyPr>
            <a:normAutofit/>
          </a:bodyPr>
          <a:lstStyle/>
          <a:p>
            <a:r>
              <a:rPr lang="zh-CN" altLang="en-US" sz="2800" dirty="0"/>
              <a:t>推理数据特征</a:t>
            </a:r>
            <a:endParaRPr lang="zh-CN" altLang="en-US" sz="2800" dirty="0"/>
          </a:p>
        </p:txBody>
      </p:sp>
      <p:sp>
        <p:nvSpPr>
          <p:cNvPr id="3" name="矩形 2"/>
          <p:cNvSpPr/>
          <p:nvPr/>
        </p:nvSpPr>
        <p:spPr>
          <a:xfrm>
            <a:off x="3427095" y="1811655"/>
            <a:ext cx="1797685" cy="712470"/>
          </a:xfrm>
          <a:prstGeom prst="rect">
            <a:avLst/>
          </a:prstGeom>
          <a:solidFill>
            <a:schemeClr val="accent1"/>
          </a:solidFill>
        </p:spPr>
        <p:style>
          <a:lnRef idx="2">
            <a:schemeClr val="accent1"/>
          </a:lnRef>
          <a:fillRef idx="0">
            <a:srgbClr val="FFFFFF"/>
          </a:fillRef>
          <a:effectRef idx="0">
            <a:srgbClr val="FFFFFF"/>
          </a:effectRef>
          <a:fontRef idx="minor">
            <a:schemeClr val="tx1"/>
          </a:fontRef>
        </p:style>
        <p:txBody>
          <a:bodyPr rtlCol="0" anchor="ctr"/>
          <a:lstStyle/>
          <a:p>
            <a:pPr algn="ctr"/>
            <a:r>
              <a:rPr lang="en-US" altLang="zh-CN" sz="1600">
                <a:latin typeface="微软雅黑" panose="020B0503020204020204" charset="-122"/>
                <a:ea typeface="微软雅黑" panose="020B0503020204020204" charset="-122"/>
              </a:rPr>
              <a:t>Prefill</a:t>
            </a:r>
            <a:endParaRPr lang="en-US" altLang="zh-CN" sz="1600">
              <a:latin typeface="微软雅黑" panose="020B0503020204020204" charset="-122"/>
              <a:ea typeface="微软雅黑" panose="020B0503020204020204" charset="-122"/>
            </a:endParaRPr>
          </a:p>
        </p:txBody>
      </p:sp>
      <p:sp>
        <p:nvSpPr>
          <p:cNvPr id="4" name="矩形 3"/>
          <p:cNvSpPr/>
          <p:nvPr/>
        </p:nvSpPr>
        <p:spPr>
          <a:xfrm>
            <a:off x="5735320" y="1811655"/>
            <a:ext cx="1797685" cy="712470"/>
          </a:xfrm>
          <a:prstGeom prst="rect">
            <a:avLst/>
          </a:prstGeom>
          <a:solidFill>
            <a:schemeClr val="accent1"/>
          </a:solidFill>
        </p:spPr>
        <p:style>
          <a:lnRef idx="2">
            <a:schemeClr val="accent1"/>
          </a:lnRef>
          <a:fillRef idx="0">
            <a:srgbClr val="FFFFFF"/>
          </a:fillRef>
          <a:effectRef idx="0">
            <a:srgbClr val="FFFFFF"/>
          </a:effectRef>
          <a:fontRef idx="minor">
            <a:schemeClr val="tx1"/>
          </a:fontRef>
        </p:style>
        <p:txBody>
          <a:bodyPr rtlCol="0" anchor="ctr"/>
          <a:lstStyle/>
          <a:p>
            <a:pPr algn="ctr"/>
            <a:r>
              <a:rPr lang="en-US" altLang="zh-CN" sz="1600">
                <a:latin typeface="微软雅黑" panose="020B0503020204020204" charset="-122"/>
                <a:ea typeface="微软雅黑" panose="020B0503020204020204" charset="-122"/>
              </a:rPr>
              <a:t>Decode</a:t>
            </a:r>
            <a:endParaRPr lang="en-US" altLang="zh-CN" sz="1600">
              <a:latin typeface="微软雅黑" panose="020B0503020204020204" charset="-122"/>
              <a:ea typeface="微软雅黑" panose="020B0503020204020204" charset="-122"/>
            </a:endParaRPr>
          </a:p>
        </p:txBody>
      </p:sp>
      <p:sp>
        <p:nvSpPr>
          <p:cNvPr id="5" name="矩形 4"/>
          <p:cNvSpPr/>
          <p:nvPr/>
        </p:nvSpPr>
        <p:spPr>
          <a:xfrm>
            <a:off x="586105" y="1883410"/>
            <a:ext cx="1736725" cy="712470"/>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en-US" altLang="zh-CN" sz="1600">
                <a:latin typeface="微软雅黑" panose="020B0503020204020204" charset="-122"/>
                <a:ea typeface="微软雅黑" panose="020B0503020204020204" charset="-122"/>
              </a:rPr>
              <a:t>Input/Prompt</a:t>
            </a:r>
            <a:endParaRPr lang="en-US" altLang="zh-CN" sz="1600">
              <a:latin typeface="微软雅黑" panose="020B0503020204020204" charset="-122"/>
              <a:ea typeface="微软雅黑" panose="020B0503020204020204" charset="-122"/>
            </a:endParaRPr>
          </a:p>
        </p:txBody>
      </p:sp>
      <p:sp>
        <p:nvSpPr>
          <p:cNvPr id="7" name="矩形 6"/>
          <p:cNvSpPr/>
          <p:nvPr/>
        </p:nvSpPr>
        <p:spPr>
          <a:xfrm>
            <a:off x="8897620" y="1882775"/>
            <a:ext cx="1797685" cy="712470"/>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en-US" altLang="zh-CN" sz="1600">
                <a:latin typeface="微软雅黑" panose="020B0503020204020204" charset="-122"/>
                <a:ea typeface="微软雅黑" panose="020B0503020204020204" charset="-122"/>
              </a:rPr>
              <a:t>Output</a:t>
            </a:r>
            <a:endParaRPr lang="en-US" altLang="zh-CN" sz="1600">
              <a:latin typeface="微软雅黑" panose="020B0503020204020204" charset="-122"/>
              <a:ea typeface="微软雅黑" panose="020B0503020204020204" charset="-122"/>
            </a:endParaRPr>
          </a:p>
        </p:txBody>
      </p:sp>
      <p:sp>
        <p:nvSpPr>
          <p:cNvPr id="11" name="矩形 10"/>
          <p:cNvSpPr/>
          <p:nvPr/>
        </p:nvSpPr>
        <p:spPr>
          <a:xfrm>
            <a:off x="3009900" y="1594485"/>
            <a:ext cx="5111750" cy="1290955"/>
          </a:xfrm>
          <a:prstGeom prst="rect">
            <a:avLst/>
          </a:prstGeom>
          <a:ln w="12700" cmpd="sng">
            <a:solidFill>
              <a:schemeClr val="accent1">
                <a:shade val="50000"/>
              </a:schemeClr>
            </a:solidFill>
            <a:prstDash val="sys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600"/>
          </a:p>
        </p:txBody>
      </p:sp>
      <p:sp>
        <p:nvSpPr>
          <p:cNvPr id="16" name="矩形 15"/>
          <p:cNvSpPr/>
          <p:nvPr/>
        </p:nvSpPr>
        <p:spPr>
          <a:xfrm>
            <a:off x="3305810" y="1205865"/>
            <a:ext cx="2042795" cy="2148840"/>
          </a:xfrm>
          <a:prstGeom prst="rect">
            <a:avLst/>
          </a:prstGeom>
          <a:ln w="12700" cmpd="sng">
            <a:solidFill>
              <a:srgbClr val="FF0000"/>
            </a:solidFill>
            <a:prstDash val="solid"/>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600"/>
          </a:p>
        </p:txBody>
      </p:sp>
      <p:sp>
        <p:nvSpPr>
          <p:cNvPr id="17" name="矩形 16"/>
          <p:cNvSpPr/>
          <p:nvPr/>
        </p:nvSpPr>
        <p:spPr>
          <a:xfrm>
            <a:off x="5656580" y="1205865"/>
            <a:ext cx="2018030" cy="2148840"/>
          </a:xfrm>
          <a:prstGeom prst="rect">
            <a:avLst/>
          </a:prstGeom>
          <a:ln w="12700" cmpd="sng">
            <a:solidFill>
              <a:srgbClr val="FF0000"/>
            </a:solidFill>
            <a:prstDash val="solid"/>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600"/>
          </a:p>
        </p:txBody>
      </p:sp>
      <p:sp>
        <p:nvSpPr>
          <p:cNvPr id="18" name="文本框 17"/>
          <p:cNvSpPr txBox="1"/>
          <p:nvPr/>
        </p:nvSpPr>
        <p:spPr>
          <a:xfrm>
            <a:off x="3629660" y="1226185"/>
            <a:ext cx="1537970" cy="337185"/>
          </a:xfrm>
          <a:prstGeom prst="rect">
            <a:avLst/>
          </a:prstGeom>
          <a:noFill/>
        </p:spPr>
        <p:txBody>
          <a:bodyPr wrap="square" rtlCol="0">
            <a:spAutoFit/>
          </a:bodyPr>
          <a:lstStyle/>
          <a:p>
            <a:r>
              <a:rPr lang="en-US" altLang="zh-CN" sz="1600">
                <a:latin typeface="微软雅黑" panose="020B0503020204020204" charset="-122"/>
                <a:ea typeface="微软雅黑" panose="020B0503020204020204" charset="-122"/>
              </a:rPr>
              <a:t>instance</a:t>
            </a:r>
            <a:endParaRPr lang="en-US" altLang="zh-CN" sz="1600">
              <a:latin typeface="微软雅黑" panose="020B0503020204020204" charset="-122"/>
              <a:ea typeface="微软雅黑" panose="020B0503020204020204" charset="-122"/>
            </a:endParaRPr>
          </a:p>
        </p:txBody>
      </p:sp>
      <p:sp>
        <p:nvSpPr>
          <p:cNvPr id="19" name="文本框 18"/>
          <p:cNvSpPr txBox="1"/>
          <p:nvPr/>
        </p:nvSpPr>
        <p:spPr>
          <a:xfrm>
            <a:off x="5865495" y="1226185"/>
            <a:ext cx="1537970" cy="337185"/>
          </a:xfrm>
          <a:prstGeom prst="rect">
            <a:avLst/>
          </a:prstGeom>
          <a:noFill/>
        </p:spPr>
        <p:txBody>
          <a:bodyPr wrap="square" rtlCol="0">
            <a:spAutoFit/>
          </a:bodyPr>
          <a:lstStyle/>
          <a:p>
            <a:r>
              <a:rPr lang="en-US" altLang="zh-CN" sz="1600">
                <a:latin typeface="微软雅黑" panose="020B0503020204020204" charset="-122"/>
                <a:ea typeface="微软雅黑" panose="020B0503020204020204" charset="-122"/>
              </a:rPr>
              <a:t>instance</a:t>
            </a:r>
            <a:endParaRPr lang="en-US" altLang="zh-CN" sz="1600">
              <a:latin typeface="微软雅黑" panose="020B0503020204020204" charset="-122"/>
              <a:ea typeface="微软雅黑" panose="020B0503020204020204" charset="-122"/>
            </a:endParaRPr>
          </a:p>
        </p:txBody>
      </p:sp>
      <p:cxnSp>
        <p:nvCxnSpPr>
          <p:cNvPr id="20" name="直接箭头连接符 19"/>
          <p:cNvCxnSpPr>
            <a:stCxn id="5" idx="3"/>
            <a:endCxn id="11" idx="1"/>
          </p:cNvCxnSpPr>
          <p:nvPr/>
        </p:nvCxnSpPr>
        <p:spPr>
          <a:xfrm>
            <a:off x="2322830" y="2239645"/>
            <a:ext cx="687070" cy="6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a:stCxn id="11" idx="3"/>
            <a:endCxn id="7" idx="1"/>
          </p:cNvCxnSpPr>
          <p:nvPr/>
        </p:nvCxnSpPr>
        <p:spPr>
          <a:xfrm flipV="1">
            <a:off x="8121650" y="2239010"/>
            <a:ext cx="775970" cy="127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矩形 31"/>
          <p:cNvSpPr/>
          <p:nvPr/>
        </p:nvSpPr>
        <p:spPr>
          <a:xfrm>
            <a:off x="1036320" y="3028950"/>
            <a:ext cx="1286510" cy="454025"/>
          </a:xfrm>
          <a:prstGeom prst="rect">
            <a:avLst/>
          </a:prstGeom>
          <a:ln w="12700" cmpd="sng">
            <a:solidFill>
              <a:schemeClr val="accent1">
                <a:shade val="50000"/>
              </a:schemeClr>
            </a:solidFill>
            <a:prstDash val="sysDot"/>
          </a:ln>
        </p:spPr>
        <p:style>
          <a:lnRef idx="2">
            <a:schemeClr val="accent1"/>
          </a:lnRef>
          <a:fillRef idx="0">
            <a:srgbClr val="FFFFFF"/>
          </a:fillRef>
          <a:effectRef idx="0">
            <a:srgbClr val="FFFFFF"/>
          </a:effectRef>
          <a:fontRef idx="minor">
            <a:schemeClr val="tx1"/>
          </a:fontRef>
        </p:style>
        <p:txBody>
          <a:bodyPr rtlCol="0" anchor="ctr"/>
          <a:lstStyle/>
          <a:p>
            <a:pPr algn="l"/>
            <a:r>
              <a:rPr lang="zh-CN" altLang="en-US" sz="1600">
                <a:latin typeface="微软雅黑" panose="020B0503020204020204" charset="-122"/>
                <a:ea typeface="微软雅黑" panose="020B0503020204020204" charset="-122"/>
                <a:cs typeface="微软雅黑" panose="020B0503020204020204" charset="-122"/>
              </a:rPr>
              <a:t>向量数据库</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nvSpPr>
        <p:spPr>
          <a:xfrm>
            <a:off x="5027295" y="2548255"/>
            <a:ext cx="1076960" cy="337185"/>
          </a:xfrm>
          <a:prstGeom prst="rect">
            <a:avLst/>
          </a:prstGeom>
          <a:noFill/>
        </p:spPr>
        <p:txBody>
          <a:bodyPr wrap="square" rtlCol="0">
            <a:spAutoFit/>
          </a:bodyPr>
          <a:lstStyle/>
          <a:p>
            <a:r>
              <a:rPr lang="en-US" altLang="zh-CN" sz="1600">
                <a:latin typeface="微软雅黑" panose="020B0503020204020204" charset="-122"/>
                <a:ea typeface="微软雅黑" panose="020B0503020204020204" charset="-122"/>
              </a:rPr>
              <a:t>kvcache</a:t>
            </a:r>
            <a:endParaRPr lang="en-US" altLang="zh-CN" sz="1600">
              <a:latin typeface="微软雅黑" panose="020B0503020204020204" charset="-122"/>
              <a:ea typeface="微软雅黑" panose="020B0503020204020204" charset="-122"/>
            </a:endParaRPr>
          </a:p>
        </p:txBody>
      </p:sp>
      <p:sp>
        <p:nvSpPr>
          <p:cNvPr id="34" name="矩形 33"/>
          <p:cNvSpPr/>
          <p:nvPr/>
        </p:nvSpPr>
        <p:spPr>
          <a:xfrm>
            <a:off x="3715385" y="3004820"/>
            <a:ext cx="3336925" cy="261620"/>
          </a:xfrm>
          <a:prstGeom prst="rect">
            <a:avLst/>
          </a:prstGeom>
          <a:ln w="12700" cmpd="sng">
            <a:solidFill>
              <a:srgbClr val="FF0000"/>
            </a:solidFill>
            <a:prstDash val="solid"/>
          </a:ln>
        </p:spPr>
        <p:style>
          <a:lnRef idx="2">
            <a:schemeClr val="accent1"/>
          </a:lnRef>
          <a:fillRef idx="0">
            <a:srgbClr val="FFFFFF"/>
          </a:fillRef>
          <a:effectRef idx="0">
            <a:srgbClr val="FFFFFF"/>
          </a:effectRef>
          <a:fontRef idx="minor">
            <a:schemeClr val="tx1"/>
          </a:fontRef>
        </p:style>
        <p:txBody>
          <a:bodyPr rtlCol="0" anchor="ctr"/>
          <a:lstStyle/>
          <a:p>
            <a:pPr algn="ctr"/>
            <a:r>
              <a:rPr lang="en-US" altLang="zh-CN" sz="1600" dirty="0">
                <a:latin typeface="微软雅黑" panose="020B0503020204020204" charset="-122"/>
                <a:ea typeface="微软雅黑" panose="020B0503020204020204" charset="-122"/>
                <a:cs typeface="微软雅黑" panose="020B0503020204020204" charset="-122"/>
                <a:sym typeface="+mn-ea"/>
              </a:rPr>
              <a:t>Distributed KV Cache</a:t>
            </a:r>
            <a:endParaRPr lang="en-US" altLang="zh-CN" sz="1600" dirty="0">
              <a:latin typeface="微软雅黑" panose="020B0503020204020204" charset="-122"/>
              <a:ea typeface="微软雅黑" panose="020B0503020204020204" charset="-122"/>
            </a:endParaRPr>
          </a:p>
        </p:txBody>
      </p:sp>
      <p:cxnSp>
        <p:nvCxnSpPr>
          <p:cNvPr id="35" name="直接箭头连接符 34"/>
          <p:cNvCxnSpPr>
            <a:stCxn id="32" idx="0"/>
          </p:cNvCxnSpPr>
          <p:nvPr/>
        </p:nvCxnSpPr>
        <p:spPr>
          <a:xfrm flipV="1">
            <a:off x="1679575" y="2585720"/>
            <a:ext cx="3810" cy="443230"/>
          </a:xfrm>
          <a:prstGeom prst="straightConnector1">
            <a:avLst/>
          </a:prstGeom>
          <a:ln w="9525" cap="flat" cmpd="sng" algn="ctr">
            <a:solidFill>
              <a:schemeClr val="accent1"/>
            </a:solidFill>
            <a:prstDash val="dash"/>
            <a:tailEnd type="arrow" w="med" len="med"/>
          </a:ln>
        </p:spPr>
        <p:style>
          <a:lnRef idx="0">
            <a:schemeClr val="accent1"/>
          </a:lnRef>
          <a:fillRef idx="0">
            <a:srgbClr val="FFFFFF"/>
          </a:fillRef>
          <a:effectRef idx="0">
            <a:srgbClr val="FFFFFF"/>
          </a:effectRef>
          <a:fontRef idx="minor">
            <a:schemeClr val="tx1"/>
          </a:fontRef>
        </p:style>
      </p:cxnSp>
      <p:cxnSp>
        <p:nvCxnSpPr>
          <p:cNvPr id="36" name="直接箭头连接符 35"/>
          <p:cNvCxnSpPr>
            <a:stCxn id="5" idx="2"/>
          </p:cNvCxnSpPr>
          <p:nvPr/>
        </p:nvCxnSpPr>
        <p:spPr>
          <a:xfrm flipH="1">
            <a:off x="1445895" y="2595880"/>
            <a:ext cx="8890" cy="463550"/>
          </a:xfrm>
          <a:prstGeom prst="straightConnector1">
            <a:avLst/>
          </a:prstGeom>
          <a:ln w="9525" cap="flat" cmpd="sng" algn="ctr">
            <a:solidFill>
              <a:schemeClr val="accent1"/>
            </a:solidFill>
            <a:prstDash val="dash"/>
            <a:tailEnd type="arrow" w="med" len="med"/>
          </a:ln>
        </p:spPr>
        <p:style>
          <a:lnRef idx="0">
            <a:schemeClr val="accent1"/>
          </a:lnRef>
          <a:fillRef idx="0">
            <a:srgbClr val="FFFFFF"/>
          </a:fillRef>
          <a:effectRef idx="0">
            <a:srgbClr val="FFFFFF"/>
          </a:effectRef>
          <a:fontRef idx="minor">
            <a:schemeClr val="tx1"/>
          </a:fontRef>
        </p:style>
      </p:cxnSp>
      <p:graphicFrame>
        <p:nvGraphicFramePr>
          <p:cNvPr id="6" name="表格 5"/>
          <p:cNvGraphicFramePr/>
          <p:nvPr>
            <p:custDataLst>
              <p:tags r:id="rId1"/>
            </p:custDataLst>
          </p:nvPr>
        </p:nvGraphicFramePr>
        <p:xfrm>
          <a:off x="629191" y="4097020"/>
          <a:ext cx="10535920" cy="1828955"/>
        </p:xfrm>
        <a:graphic>
          <a:graphicData uri="http://schemas.openxmlformats.org/drawingml/2006/table">
            <a:tbl>
              <a:tblPr firstRow="1" bandRow="1">
                <a:tableStyleId>{5C22544A-7EE6-4342-B048-85BDC9FD1C3A}</a:tableStyleId>
              </a:tblPr>
              <a:tblGrid>
                <a:gridCol w="1306830"/>
                <a:gridCol w="4869815"/>
                <a:gridCol w="4359275"/>
              </a:tblGrid>
              <a:tr h="401839">
                <a:tc>
                  <a:txBody>
                    <a:bodyPr/>
                    <a:lstStyle/>
                    <a:p>
                      <a:pPr indent="0" fontAlgn="auto">
                        <a:lnSpc>
                          <a:spcPct val="150000"/>
                        </a:lnSpc>
                        <a:buNone/>
                      </a:pPr>
                      <a:r>
                        <a:rPr lang="zh-CN" altLang="en-US" sz="1600" b="1" dirty="0">
                          <a:solidFill>
                            <a:schemeClr val="tx1"/>
                          </a:solidFill>
                          <a:latin typeface="微软雅黑" panose="020B0503020204020204" charset="-122"/>
                          <a:ea typeface="微软雅黑" panose="020B0503020204020204" charset="-122"/>
                        </a:rPr>
                        <a:t>数据类型</a:t>
                      </a:r>
                      <a:endParaRPr lang="zh-CN" altLang="en-US" sz="1600" b="1" dirty="0">
                        <a:solidFill>
                          <a:schemeClr val="tx1"/>
                        </a:solidFill>
                        <a:latin typeface="微软雅黑" panose="020B0503020204020204" charset="-122"/>
                        <a:ea typeface="微软雅黑" panose="020B0503020204020204" charset="-122"/>
                      </a:endParaRPr>
                    </a:p>
                  </a:txBody>
                  <a:tcPr/>
                </a:tc>
                <a:tc>
                  <a:txBody>
                    <a:bodyPr/>
                    <a:lstStyle/>
                    <a:p>
                      <a:pPr indent="0" fontAlgn="auto">
                        <a:lnSpc>
                          <a:spcPct val="150000"/>
                        </a:lnSpc>
                        <a:buNone/>
                      </a:pPr>
                      <a:r>
                        <a:rPr lang="zh-CN" altLang="en-US" sz="1600" b="1" dirty="0">
                          <a:solidFill>
                            <a:schemeClr val="tx1"/>
                          </a:solidFill>
                          <a:latin typeface="微软雅黑" panose="020B0503020204020204" charset="-122"/>
                          <a:ea typeface="微软雅黑" panose="020B0503020204020204" charset="-122"/>
                        </a:rPr>
                        <a:t>数据特征</a:t>
                      </a:r>
                      <a:endParaRPr lang="zh-CN" altLang="en-US" sz="1600" b="1" dirty="0">
                        <a:solidFill>
                          <a:schemeClr val="tx1"/>
                        </a:solidFill>
                        <a:latin typeface="微软雅黑" panose="020B0503020204020204" charset="-122"/>
                        <a:ea typeface="微软雅黑" panose="020B0503020204020204" charset="-122"/>
                      </a:endParaRPr>
                    </a:p>
                  </a:txBody>
                  <a:tcPr/>
                </a:tc>
                <a:tc>
                  <a:txBody>
                    <a:bodyPr/>
                    <a:lstStyle/>
                    <a:p>
                      <a:pPr indent="0" fontAlgn="auto">
                        <a:lnSpc>
                          <a:spcPct val="150000"/>
                        </a:lnSpc>
                        <a:buNone/>
                      </a:pPr>
                      <a:r>
                        <a:rPr lang="zh-CN" altLang="en-US" sz="1600" b="1" dirty="0">
                          <a:solidFill>
                            <a:schemeClr val="tx1"/>
                          </a:solidFill>
                          <a:latin typeface="微软雅黑" panose="020B0503020204020204" charset="-122"/>
                          <a:ea typeface="微软雅黑" panose="020B0503020204020204" charset="-122"/>
                        </a:rPr>
                        <a:t>负载特征</a:t>
                      </a:r>
                      <a:endParaRPr lang="zh-CN" altLang="en-US" sz="1600" b="1" dirty="0">
                        <a:solidFill>
                          <a:schemeClr val="tx1"/>
                        </a:solidFill>
                        <a:latin typeface="微软雅黑" panose="020B0503020204020204" charset="-122"/>
                        <a:ea typeface="微软雅黑" panose="020B0503020204020204" charset="-122"/>
                      </a:endParaRPr>
                    </a:p>
                  </a:txBody>
                  <a:tcPr/>
                </a:tc>
              </a:tr>
              <a:tr h="1414808">
                <a:tc>
                  <a:txBody>
                    <a:bodyPr/>
                    <a:lstStyle/>
                    <a:p>
                      <a:pPr indent="0" fontAlgn="auto">
                        <a:lnSpc>
                          <a:spcPct val="150000"/>
                        </a:lnSpc>
                        <a:buNone/>
                      </a:pPr>
                      <a:r>
                        <a:rPr lang="en-US" altLang="zh-CN" sz="1400">
                          <a:latin typeface="微软雅黑" panose="020B0503020204020204" charset="-122"/>
                          <a:ea typeface="微软雅黑" panose="020B0503020204020204" charset="-122"/>
                          <a:sym typeface="+mn-ea"/>
                        </a:rPr>
                        <a:t>kvcache</a:t>
                      </a:r>
                      <a:endParaRPr lang="en-US" altLang="zh-CN" sz="1400">
                        <a:latin typeface="微软雅黑" panose="020B0503020204020204" charset="-122"/>
                        <a:ea typeface="微软雅黑" panose="020B0503020204020204" charset="-122"/>
                        <a:sym typeface="+mn-ea"/>
                      </a:endParaRPr>
                    </a:p>
                  </a:txBody>
                  <a:tcPr/>
                </a:tc>
                <a:tc>
                  <a:txBody>
                    <a:bodyPr/>
                    <a:lstStyle/>
                    <a:p>
                      <a:pPr indent="0" fontAlgn="auto">
                        <a:lnSpc>
                          <a:spcPct val="150000"/>
                        </a:lnSpc>
                        <a:buNone/>
                      </a:pPr>
                      <a:r>
                        <a:rPr lang="en-US" altLang="zh-CN" sz="1400" dirty="0">
                          <a:latin typeface="微软雅黑" panose="020B0503020204020204" charset="-122"/>
                          <a:ea typeface="微软雅黑" panose="020B0503020204020204" charset="-122"/>
                          <a:sym typeface="+mn-ea"/>
                        </a:rPr>
                        <a:t>1 </a:t>
                      </a:r>
                      <a:r>
                        <a:rPr lang="zh-CN" altLang="en-US" sz="1400" dirty="0">
                          <a:latin typeface="微软雅黑" panose="020B0503020204020204" charset="-122"/>
                          <a:ea typeface="微软雅黑" panose="020B0503020204020204" charset="-122"/>
                          <a:sym typeface="+mn-ea"/>
                        </a:rPr>
                        <a:t>临时数据居多，时效性特征明显</a:t>
                      </a:r>
                      <a:endParaRPr lang="zh-CN" altLang="en-US" sz="1400" dirty="0">
                        <a:latin typeface="微软雅黑" panose="020B0503020204020204" charset="-122"/>
                        <a:ea typeface="微软雅黑" panose="020B0503020204020204" charset="-122"/>
                        <a:sym typeface="+mn-ea"/>
                      </a:endParaRPr>
                    </a:p>
                    <a:p>
                      <a:pPr indent="0" fontAlgn="auto">
                        <a:lnSpc>
                          <a:spcPct val="150000"/>
                        </a:lnSpc>
                        <a:buNone/>
                      </a:pPr>
                      <a:r>
                        <a:rPr lang="en-US" altLang="zh-CN" sz="1400" dirty="0">
                          <a:latin typeface="微软雅黑" panose="020B0503020204020204" charset="-122"/>
                          <a:ea typeface="微软雅黑" panose="020B0503020204020204" charset="-122"/>
                          <a:sym typeface="+mn-ea"/>
                        </a:rPr>
                        <a:t>2 </a:t>
                      </a:r>
                      <a:r>
                        <a:rPr lang="zh-CN" altLang="en-US" sz="1400" dirty="0">
                          <a:latin typeface="微软雅黑" panose="020B0503020204020204" charset="-122"/>
                          <a:ea typeface="微软雅黑" panose="020B0503020204020204" charset="-122"/>
                          <a:sym typeface="+mn-ea"/>
                        </a:rPr>
                        <a:t>容量大。</a:t>
                      </a:r>
                      <a:r>
                        <a:rPr lang="en-US" altLang="zh-CN" sz="1400" dirty="0">
                          <a:latin typeface="微软雅黑" panose="020B0503020204020204" charset="-122"/>
                          <a:ea typeface="微软雅黑" panose="020B0503020204020204" charset="-122"/>
                          <a:cs typeface="微软雅黑" panose="020B0503020204020204" charset="-122"/>
                          <a:sym typeface="+mn-ea"/>
                        </a:rPr>
                        <a:t>M(</a:t>
                      </a:r>
                      <a:r>
                        <a:rPr lang="en-US" altLang="zh-CN" sz="1400" dirty="0" err="1">
                          <a:latin typeface="微软雅黑" panose="020B0503020204020204" charset="-122"/>
                          <a:ea typeface="微软雅黑" panose="020B0503020204020204" charset="-122"/>
                          <a:cs typeface="微软雅黑" panose="020B0503020204020204" charset="-122"/>
                          <a:sym typeface="+mn-ea"/>
                        </a:rPr>
                        <a:t>kv</a:t>
                      </a:r>
                      <a:r>
                        <a:rPr lang="en-US" altLang="zh-CN" sz="1400" dirty="0">
                          <a:latin typeface="微软雅黑" panose="020B0503020204020204" charset="-122"/>
                          <a:ea typeface="微软雅黑" panose="020B0503020204020204" charset="-122"/>
                          <a:cs typeface="微软雅黑" panose="020B0503020204020204" charset="-122"/>
                          <a:sym typeface="+mn-ea"/>
                        </a:rPr>
                        <a:t>) = 2</a:t>
                      </a:r>
                      <a:r>
                        <a:rPr lang="en-US"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B</a:t>
                      </a:r>
                      <a:r>
                        <a:rPr lang="en-US"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S</a:t>
                      </a:r>
                      <a:r>
                        <a:rPr lang="en-US"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H</a:t>
                      </a:r>
                      <a:r>
                        <a:rPr lang="en-US"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L</a:t>
                      </a:r>
                      <a:r>
                        <a:rPr lang="en-US"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P</a:t>
                      </a:r>
                      <a:endParaRPr lang="zh-CN" altLang="en-US" sz="1400" dirty="0">
                        <a:latin typeface="微软雅黑" panose="020B0503020204020204" charset="-122"/>
                        <a:ea typeface="微软雅黑" panose="020B0503020204020204" charset="-122"/>
                        <a:sym typeface="+mn-ea"/>
                      </a:endParaRPr>
                    </a:p>
                    <a:p>
                      <a:pPr indent="0" fontAlgn="auto">
                        <a:lnSpc>
                          <a:spcPct val="150000"/>
                        </a:lnSpc>
                        <a:buNone/>
                      </a:pPr>
                      <a:r>
                        <a:rPr lang="en-US" altLang="zh-CN" sz="1400" dirty="0">
                          <a:latin typeface="微软雅黑" panose="020B0503020204020204" charset="-122"/>
                          <a:ea typeface="微软雅黑" panose="020B0503020204020204" charset="-122"/>
                          <a:sym typeface="+mn-ea"/>
                        </a:rPr>
                        <a:t>3 </a:t>
                      </a:r>
                      <a:r>
                        <a:rPr lang="zh-CN" altLang="en-US" sz="1400" dirty="0">
                          <a:latin typeface="微软雅黑" panose="020B0503020204020204" charset="-122"/>
                          <a:ea typeface="微软雅黑" panose="020B0503020204020204" charset="-122"/>
                          <a:sym typeface="+mn-ea"/>
                        </a:rPr>
                        <a:t>大部分</a:t>
                      </a:r>
                      <a:r>
                        <a:rPr lang="en-US" altLang="zh-CN" sz="1400" dirty="0" err="1">
                          <a:latin typeface="微软雅黑" panose="020B0503020204020204" charset="-122"/>
                          <a:ea typeface="微软雅黑" panose="020B0503020204020204" charset="-122"/>
                          <a:sym typeface="+mn-ea"/>
                        </a:rPr>
                        <a:t>kvcache</a:t>
                      </a:r>
                      <a:r>
                        <a:rPr lang="zh-CN" altLang="en-US" sz="1400" dirty="0">
                          <a:latin typeface="微软雅黑" panose="020B0503020204020204" charset="-122"/>
                          <a:ea typeface="微软雅黑" panose="020B0503020204020204" charset="-122"/>
                          <a:sym typeface="+mn-ea"/>
                        </a:rPr>
                        <a:t>占用显存时间长，但被访问频率低</a:t>
                      </a:r>
                      <a:endParaRPr lang="zh-CN" altLang="en-US" sz="1400" dirty="0">
                        <a:latin typeface="微软雅黑" panose="020B0503020204020204" charset="-122"/>
                        <a:ea typeface="微软雅黑" panose="020B0503020204020204" charset="-122"/>
                        <a:sym typeface="+mn-ea"/>
                      </a:endParaRPr>
                    </a:p>
                    <a:p>
                      <a:pPr indent="0" fontAlgn="auto">
                        <a:lnSpc>
                          <a:spcPct val="150000"/>
                        </a:lnSpc>
                        <a:buNone/>
                      </a:pPr>
                      <a:r>
                        <a:rPr lang="en-US" altLang="zh-CN" sz="1400" dirty="0">
                          <a:latin typeface="微软雅黑" panose="020B0503020204020204" charset="-122"/>
                          <a:ea typeface="微软雅黑" panose="020B0503020204020204" charset="-122"/>
                          <a:sym typeface="+mn-ea"/>
                        </a:rPr>
                        <a:t>4 </a:t>
                      </a:r>
                      <a:r>
                        <a:rPr lang="zh-CN" altLang="en-US" sz="1400" dirty="0">
                          <a:latin typeface="微软雅黑" panose="020B0503020204020204" charset="-122"/>
                          <a:ea typeface="微软雅黑" panose="020B0503020204020204" charset="-122"/>
                          <a:sym typeface="+mn-ea"/>
                        </a:rPr>
                        <a:t>每个推理请求所需临时数据空间不可预测</a:t>
                      </a:r>
                      <a:endParaRPr lang="zh-CN" altLang="en-US" sz="1400" dirty="0">
                        <a:latin typeface="微软雅黑" panose="020B0503020204020204" charset="-122"/>
                        <a:ea typeface="微软雅黑" panose="020B0503020204020204" charset="-122"/>
                        <a:sym typeface="+mn-ea"/>
                      </a:endParaRPr>
                    </a:p>
                  </a:txBody>
                  <a:tcPr/>
                </a:tc>
                <a:tc>
                  <a:txBody>
                    <a:bodyPr/>
                    <a:lstStyle/>
                    <a:p>
                      <a:pPr indent="0" fontAlgn="auto">
                        <a:lnSpc>
                          <a:spcPct val="150000"/>
                        </a:lnSpc>
                        <a:buNone/>
                      </a:pPr>
                      <a:r>
                        <a:rPr lang="en-US" altLang="zh-CN" sz="1400" dirty="0">
                          <a:latin typeface="微软雅黑" panose="020B0503020204020204" charset="-122"/>
                          <a:ea typeface="微软雅黑" panose="020B0503020204020204" charset="-122"/>
                        </a:rPr>
                        <a:t>1 </a:t>
                      </a:r>
                      <a:r>
                        <a:rPr lang="zh-CN" altLang="en-US" sz="1400" dirty="0">
                          <a:latin typeface="微软雅黑" panose="020B0503020204020204" charset="-122"/>
                          <a:ea typeface="微软雅黑" panose="020B0503020204020204" charset="-122"/>
                        </a:rPr>
                        <a:t>写入路径中需要随机小</a:t>
                      </a:r>
                      <a:r>
                        <a:rPr lang="en-US" altLang="zh-CN" sz="1400" dirty="0">
                          <a:latin typeface="微软雅黑" panose="020B0503020204020204" charset="-122"/>
                          <a:ea typeface="微软雅黑" panose="020B0503020204020204" charset="-122"/>
                        </a:rPr>
                        <a:t>IO</a:t>
                      </a:r>
                      <a:endParaRPr lang="zh-CN" altLang="en-US" sz="1400" dirty="0">
                        <a:latin typeface="微软雅黑" panose="020B0503020204020204" charset="-122"/>
                        <a:ea typeface="微软雅黑" panose="020B0503020204020204" charset="-122"/>
                      </a:endParaRPr>
                    </a:p>
                    <a:p>
                      <a:pPr indent="0" fontAlgn="auto">
                        <a:lnSpc>
                          <a:spcPct val="150000"/>
                        </a:lnSpc>
                        <a:buNone/>
                      </a:pPr>
                      <a:r>
                        <a:rPr lang="en-US" altLang="zh-CN" sz="1400" dirty="0">
                          <a:latin typeface="微软雅黑" panose="020B0503020204020204" charset="-122"/>
                          <a:ea typeface="微软雅黑" panose="020B0503020204020204" charset="-122"/>
                        </a:rPr>
                        <a:t>2 </a:t>
                      </a:r>
                      <a:r>
                        <a:rPr lang="zh-CN" altLang="en-US" sz="1400" dirty="0">
                          <a:latin typeface="微软雅黑" panose="020B0503020204020204" charset="-122"/>
                          <a:ea typeface="微软雅黑" panose="020B0503020204020204" charset="-122"/>
                        </a:rPr>
                        <a:t>写入路径中随机</a:t>
                      </a:r>
                      <a:r>
                        <a:rPr lang="en-US" altLang="zh-CN" sz="1400" dirty="0">
                          <a:latin typeface="微软雅黑" panose="020B0503020204020204" charset="-122"/>
                          <a:ea typeface="微软雅黑" panose="020B0503020204020204" charset="-122"/>
                        </a:rPr>
                        <a:t> IOPS </a:t>
                      </a:r>
                      <a:r>
                        <a:rPr lang="zh-CN" altLang="en-US" sz="1400" dirty="0">
                          <a:latin typeface="微软雅黑" panose="020B0503020204020204" charset="-122"/>
                          <a:ea typeface="微软雅黑" panose="020B0503020204020204" charset="-122"/>
                        </a:rPr>
                        <a:t>要求较高</a:t>
                      </a:r>
                      <a:endParaRPr lang="zh-CN" altLang="en-US" sz="1400" dirty="0">
                        <a:latin typeface="微软雅黑" panose="020B0503020204020204" charset="-122"/>
                        <a:ea typeface="微软雅黑" panose="020B0503020204020204" charset="-122"/>
                      </a:endParaRPr>
                    </a:p>
                    <a:p>
                      <a:pPr indent="0" fontAlgn="auto">
                        <a:lnSpc>
                          <a:spcPct val="150000"/>
                        </a:lnSpc>
                        <a:buNone/>
                      </a:pPr>
                      <a:r>
                        <a:rPr lang="en-US" altLang="zh-CN" sz="1400" dirty="0">
                          <a:latin typeface="微软雅黑" panose="020B0503020204020204" charset="-122"/>
                          <a:ea typeface="微软雅黑" panose="020B0503020204020204" charset="-122"/>
                        </a:rPr>
                        <a:t>3 </a:t>
                      </a:r>
                      <a:r>
                        <a:rPr lang="zh-CN" altLang="en-US" sz="1400" dirty="0">
                          <a:latin typeface="微软雅黑" panose="020B0503020204020204" charset="-122"/>
                          <a:ea typeface="微软雅黑" panose="020B0503020204020204" charset="-122"/>
                        </a:rPr>
                        <a:t>读取路径中的高吞吐量要求</a:t>
                      </a:r>
                      <a:endParaRPr lang="zh-CN" altLang="en-US" sz="1400" dirty="0">
                        <a:latin typeface="微软雅黑" panose="020B0503020204020204" charset="-122"/>
                        <a:ea typeface="微软雅黑" panose="020B0503020204020204" charset="-122"/>
                      </a:endParaRPr>
                    </a:p>
                    <a:p>
                      <a:pPr indent="0" fontAlgn="auto">
                        <a:lnSpc>
                          <a:spcPct val="150000"/>
                        </a:lnSpc>
                        <a:buNone/>
                      </a:pPr>
                      <a:r>
                        <a:rPr lang="en-US" altLang="zh-CN" sz="1400" dirty="0">
                          <a:latin typeface="微软雅黑" panose="020B0503020204020204" charset="-122"/>
                          <a:ea typeface="微软雅黑" panose="020B0503020204020204" charset="-122"/>
                        </a:rPr>
                        <a:t>4 </a:t>
                      </a:r>
                      <a:r>
                        <a:rPr lang="zh-CN" altLang="en-US" sz="1400" dirty="0">
                          <a:latin typeface="微软雅黑" panose="020B0503020204020204" charset="-122"/>
                          <a:ea typeface="微软雅黑" panose="020B0503020204020204" charset="-122"/>
                        </a:rPr>
                        <a:t>在多台</a:t>
                      </a:r>
                      <a:r>
                        <a:rPr lang="en-US" altLang="zh-CN" sz="1400" dirty="0">
                          <a:latin typeface="微软雅黑" panose="020B0503020204020204" charset="-122"/>
                          <a:ea typeface="微软雅黑" panose="020B0503020204020204" charset="-122"/>
                        </a:rPr>
                        <a:t> GPU </a:t>
                      </a:r>
                      <a:r>
                        <a:rPr lang="zh-CN" altLang="en-US" sz="1400" dirty="0">
                          <a:latin typeface="微软雅黑" panose="020B0503020204020204" charset="-122"/>
                          <a:ea typeface="微软雅黑" panose="020B0503020204020204" charset="-122"/>
                        </a:rPr>
                        <a:t>服务器之间共享数据</a:t>
                      </a:r>
                      <a:endParaRPr lang="zh-CN" altLang="en-US" sz="1400" dirty="0">
                        <a:latin typeface="微软雅黑" panose="020B0503020204020204" charset="-122"/>
                        <a:ea typeface="微软雅黑" panose="020B0503020204020204" charset="-122"/>
                      </a:endParaRPr>
                    </a:p>
                  </a:txBody>
                  <a:tcPr/>
                </a:tc>
              </a:tr>
            </a:tbl>
          </a:graphicData>
        </a:graphic>
      </p:graphicFrame>
      <p:sp>
        <p:nvSpPr>
          <p:cNvPr id="21" name="文本框 20"/>
          <p:cNvSpPr txBox="1"/>
          <p:nvPr/>
        </p:nvSpPr>
        <p:spPr>
          <a:xfrm>
            <a:off x="629191" y="6276252"/>
            <a:ext cx="4719414" cy="382470"/>
          </a:xfrm>
          <a:prstGeom prst="rect">
            <a:avLst/>
          </a:prstGeom>
          <a:solidFill>
            <a:srgbClr val="FFC000"/>
          </a:solidFill>
        </p:spPr>
        <p:txBody>
          <a:bodyPr wrap="square" rtlCol="0" anchor="t">
            <a:noAutofit/>
          </a:bodyPr>
          <a:lstStyle/>
          <a:p>
            <a:pPr fontAlgn="auto">
              <a:lnSpc>
                <a:spcPct val="150000"/>
              </a:lnSpc>
            </a:pPr>
            <a:r>
              <a:rPr lang="en-US" altLang="zh-CN" sz="1400" b="1" dirty="0">
                <a:latin typeface="微软雅黑" panose="020B0503020204020204" charset="-122"/>
                <a:ea typeface="微软雅黑" panose="020B0503020204020204" charset="-122"/>
                <a:cs typeface="微软雅黑" panose="020B0503020204020204" charset="-122"/>
                <a:sym typeface="+mn-ea"/>
              </a:rPr>
              <a:t>1</a:t>
            </a:r>
            <a:r>
              <a:rPr lang="zh-CN" altLang="en-US" sz="1400" b="1" dirty="0">
                <a:latin typeface="微软雅黑" panose="020B0503020204020204" charset="-122"/>
                <a:ea typeface="微软雅黑" panose="020B0503020204020204" charset="-122"/>
                <a:cs typeface="微软雅黑" panose="020B0503020204020204" charset="-122"/>
                <a:sym typeface="+mn-ea"/>
              </a:rPr>
              <a:t>、缺少底座定义、缺少存储负载推理过程</a:t>
            </a:r>
            <a:endParaRPr lang="zh-CN" altLang="en-US" sz="1400"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推理数据特征</a:t>
            </a:r>
            <a:r>
              <a:rPr altLang="zh-CN" sz="2800" dirty="0"/>
              <a:t>-token</a:t>
            </a:r>
            <a:r>
              <a:rPr lang="zh-CN" altLang="en-US" sz="2800" dirty="0"/>
              <a:t>向量计算</a:t>
            </a:r>
            <a:endParaRPr lang="zh-CN" altLang="en-US" sz="2800" dirty="0"/>
          </a:p>
        </p:txBody>
      </p:sp>
      <p:sp>
        <p:nvSpPr>
          <p:cNvPr id="3" name="文本框 2"/>
          <p:cNvSpPr txBox="1"/>
          <p:nvPr/>
        </p:nvSpPr>
        <p:spPr>
          <a:xfrm>
            <a:off x="6633210" y="1115695"/>
            <a:ext cx="5249545" cy="5594350"/>
          </a:xfrm>
          <a:prstGeom prst="rect">
            <a:avLst/>
          </a:prstGeom>
          <a:noFill/>
        </p:spPr>
        <p:txBody>
          <a:bodyPr wrap="square" rtlCol="0" anchor="t">
            <a:noAutofit/>
          </a:bodyPr>
          <a:lstStyle/>
          <a:p>
            <a:pPr indent="0" fontAlgn="auto">
              <a:lnSpc>
                <a:spcPct val="150000"/>
              </a:lnSpc>
            </a:pPr>
            <a:r>
              <a:rPr lang="en-US" altLang="zh-CN" sz="1400" b="1" dirty="0">
                <a:latin typeface="微软雅黑" panose="020B0503020204020204" charset="-122"/>
                <a:ea typeface="微软雅黑" panose="020B0503020204020204" charset="-122"/>
                <a:cs typeface="微软雅黑" panose="020B0503020204020204" charset="-122"/>
                <a:sym typeface="+mn-ea"/>
              </a:rPr>
              <a:t>DeepSeek-32B</a:t>
            </a:r>
            <a:r>
              <a:rPr lang="zh-CN" altLang="en-US" sz="1400" b="1" dirty="0">
                <a:latin typeface="微软雅黑" panose="020B0503020204020204" charset="-122"/>
                <a:ea typeface="微软雅黑" panose="020B0503020204020204" charset="-122"/>
                <a:cs typeface="微软雅黑" panose="020B0503020204020204" charset="-122"/>
                <a:sym typeface="+mn-ea"/>
              </a:rPr>
              <a:t>模型</a:t>
            </a:r>
            <a:r>
              <a:rPr lang="en-US" altLang="zh-CN" sz="1400" b="1" dirty="0">
                <a:latin typeface="微软雅黑" panose="020B0503020204020204" charset="-122"/>
                <a:ea typeface="微软雅黑" panose="020B0503020204020204" charset="-122"/>
                <a:cs typeface="微软雅黑" panose="020B0503020204020204" charset="-122"/>
                <a:sym typeface="+mn-ea"/>
              </a:rPr>
              <a:t>​</a:t>
            </a:r>
            <a:endParaRPr lang="en-US" altLang="zh-CN" sz="1400" b="1"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400" dirty="0">
                <a:latin typeface="微软雅黑" panose="020B0503020204020204" charset="-122"/>
                <a:ea typeface="微软雅黑" panose="020B0503020204020204" charset="-122"/>
                <a:cs typeface="微软雅黑" panose="020B0503020204020204" charset="-122"/>
                <a:sym typeface="+mn-ea"/>
              </a:rPr>
              <a:t>32</a:t>
            </a:r>
            <a:r>
              <a:rPr lang="zh-CN" altLang="en-US" sz="1400" dirty="0">
                <a:latin typeface="微软雅黑" panose="020B0503020204020204" charset="-122"/>
                <a:ea typeface="微软雅黑" panose="020B0503020204020204" charset="-122"/>
                <a:cs typeface="微软雅黑" panose="020B0503020204020204" charset="-122"/>
                <a:sym typeface="+mn-ea"/>
              </a:rPr>
              <a:t>层，隐藏层维度</a:t>
            </a:r>
            <a:r>
              <a:rPr lang="en-US" altLang="zh-CN" sz="1400" dirty="0">
                <a:latin typeface="微软雅黑" panose="020B0503020204020204" charset="-122"/>
                <a:ea typeface="微软雅黑" panose="020B0503020204020204" charset="-122"/>
                <a:cs typeface="微软雅黑" panose="020B0503020204020204" charset="-122"/>
                <a:sym typeface="+mn-ea"/>
              </a:rPr>
              <a:t>4096</a:t>
            </a:r>
            <a:r>
              <a:rPr lang="zh-CN"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32</a:t>
            </a:r>
            <a:r>
              <a:rPr lang="zh-CN" altLang="en-US" sz="1400" dirty="0">
                <a:latin typeface="微软雅黑" panose="020B0503020204020204" charset="-122"/>
                <a:ea typeface="微软雅黑" panose="020B0503020204020204" charset="-122"/>
                <a:cs typeface="微软雅黑" panose="020B0503020204020204" charset="-122"/>
                <a:sym typeface="+mn-ea"/>
              </a:rPr>
              <a:t>注意力头（每头</a:t>
            </a:r>
            <a:r>
              <a:rPr lang="en-US" altLang="zh-CN" sz="1400" dirty="0">
                <a:latin typeface="微软雅黑" panose="020B0503020204020204" charset="-122"/>
                <a:ea typeface="微软雅黑" panose="020B0503020204020204" charset="-122"/>
                <a:cs typeface="微软雅黑" panose="020B0503020204020204" charset="-122"/>
                <a:sym typeface="+mn-ea"/>
              </a:rPr>
              <a:t>128</a:t>
            </a:r>
            <a:r>
              <a:rPr lang="zh-CN" altLang="en-US" sz="1400" dirty="0">
                <a:latin typeface="微软雅黑" panose="020B0503020204020204" charset="-122"/>
                <a:ea typeface="微软雅黑" panose="020B0503020204020204" charset="-122"/>
                <a:cs typeface="微软雅黑" panose="020B0503020204020204" charset="-122"/>
                <a:sym typeface="+mn-ea"/>
              </a:rPr>
              <a:t>维），</a:t>
            </a:r>
            <a:r>
              <a:rPr lang="en-US" altLang="zh-CN" sz="1400" dirty="0">
                <a:latin typeface="微软雅黑" panose="020B0503020204020204" charset="-122"/>
                <a:ea typeface="微软雅黑" panose="020B0503020204020204" charset="-122"/>
                <a:cs typeface="微软雅黑" panose="020B0503020204020204" charset="-122"/>
                <a:sym typeface="+mn-ea"/>
              </a:rPr>
              <a:t>FP16</a:t>
            </a:r>
            <a:r>
              <a:rPr lang="zh-CN" altLang="en-US" sz="1400" dirty="0">
                <a:latin typeface="微软雅黑" panose="020B0503020204020204" charset="-122"/>
                <a:ea typeface="微软雅黑" panose="020B0503020204020204" charset="-122"/>
                <a:cs typeface="微软雅黑" panose="020B0503020204020204" charset="-122"/>
                <a:sym typeface="+mn-ea"/>
              </a:rPr>
              <a:t>精度。计算：每</a:t>
            </a:r>
            <a:r>
              <a:rPr lang="en-US" altLang="zh-CN" sz="1400" dirty="0">
                <a:latin typeface="微软雅黑" panose="020B0503020204020204" charset="-122"/>
                <a:ea typeface="微软雅黑" panose="020B0503020204020204" charset="-122"/>
                <a:cs typeface="微软雅黑" panose="020B0503020204020204" charset="-122"/>
                <a:sym typeface="+mn-ea"/>
              </a:rPr>
              <a:t>token</a:t>
            </a:r>
            <a:r>
              <a:rPr lang="zh-CN" altLang="en-US" sz="1400" dirty="0">
                <a:latin typeface="微软雅黑" panose="020B0503020204020204" charset="-122"/>
                <a:ea typeface="微软雅黑" panose="020B0503020204020204" charset="-122"/>
                <a:cs typeface="微软雅黑" panose="020B0503020204020204" charset="-122"/>
                <a:sym typeface="+mn-ea"/>
              </a:rPr>
              <a:t>单层显存为</a:t>
            </a:r>
            <a:r>
              <a:rPr lang="en-US" altLang="zh-CN" sz="1400" dirty="0">
                <a:latin typeface="微软雅黑" panose="020B0503020204020204" charset="-122"/>
                <a:ea typeface="微软雅黑" panose="020B0503020204020204" charset="-122"/>
                <a:cs typeface="微软雅黑" panose="020B0503020204020204" charset="-122"/>
                <a:sym typeface="+mn-ea"/>
              </a:rPr>
              <a:t> 32</a:t>
            </a:r>
            <a:r>
              <a:rPr lang="zh-CN" altLang="en-US" sz="1400" dirty="0">
                <a:latin typeface="微软雅黑" panose="020B0503020204020204" charset="-122"/>
                <a:ea typeface="微软雅黑" panose="020B0503020204020204" charset="-122"/>
                <a:cs typeface="微软雅黑" panose="020B0503020204020204" charset="-122"/>
                <a:sym typeface="+mn-ea"/>
              </a:rPr>
              <a:t>头</a:t>
            </a:r>
            <a:r>
              <a:rPr lang="en-US"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128</a:t>
            </a:r>
            <a:r>
              <a:rPr lang="zh-CN" altLang="en-US" sz="1400" dirty="0">
                <a:latin typeface="微软雅黑" panose="020B0503020204020204" charset="-122"/>
                <a:ea typeface="微软雅黑" panose="020B0503020204020204" charset="-122"/>
                <a:cs typeface="微软雅黑" panose="020B0503020204020204" charset="-122"/>
                <a:sym typeface="+mn-ea"/>
              </a:rPr>
              <a:t>维</a:t>
            </a:r>
            <a:r>
              <a:rPr lang="en-US"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2</a:t>
            </a:r>
            <a:r>
              <a:rPr lang="zh-CN"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K+V</a:t>
            </a:r>
            <a:r>
              <a:rPr lang="zh-CN" altLang="en-US" sz="1400" dirty="0">
                <a:latin typeface="微软雅黑" panose="020B0503020204020204" charset="-122"/>
                <a:ea typeface="微软雅黑" panose="020B0503020204020204" charset="-122"/>
                <a:cs typeface="微软雅黑" panose="020B0503020204020204" charset="-122"/>
                <a:sym typeface="+mn-ea"/>
              </a:rPr>
              <a:t>）</a:t>
            </a:r>
            <a:r>
              <a:rPr lang="en-US"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2</a:t>
            </a:r>
            <a:r>
              <a:rPr lang="zh-CN" altLang="en-US" sz="1400" dirty="0">
                <a:latin typeface="微软雅黑" panose="020B0503020204020204" charset="-122"/>
                <a:ea typeface="微软雅黑" panose="020B0503020204020204" charset="-122"/>
                <a:cs typeface="微软雅黑" panose="020B0503020204020204" charset="-122"/>
                <a:sym typeface="+mn-ea"/>
              </a:rPr>
              <a:t>字节</a:t>
            </a:r>
            <a:r>
              <a:rPr lang="en-US" altLang="zh-CN" sz="1400" dirty="0">
                <a:latin typeface="微软雅黑" panose="020B0503020204020204" charset="-122"/>
                <a:ea typeface="微软雅黑" panose="020B0503020204020204" charset="-122"/>
                <a:cs typeface="微软雅黑" panose="020B0503020204020204" charset="-122"/>
                <a:sym typeface="+mn-ea"/>
              </a:rPr>
              <a:t> = 16,384 Bytes</a:t>
            </a:r>
            <a:r>
              <a:rPr lang="zh-CN"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32</a:t>
            </a:r>
            <a:r>
              <a:rPr lang="zh-CN" altLang="en-US" sz="1400" dirty="0">
                <a:latin typeface="微软雅黑" panose="020B0503020204020204" charset="-122"/>
                <a:ea typeface="微软雅黑" panose="020B0503020204020204" charset="-122"/>
                <a:cs typeface="微软雅黑" panose="020B0503020204020204" charset="-122"/>
                <a:sym typeface="+mn-ea"/>
              </a:rPr>
              <a:t>层总占用</a:t>
            </a:r>
            <a:r>
              <a:rPr lang="en-US" altLang="zh-CN" sz="1400" dirty="0">
                <a:latin typeface="微软雅黑" panose="020B0503020204020204" charset="-122"/>
                <a:ea typeface="微软雅黑" panose="020B0503020204020204" charset="-122"/>
                <a:cs typeface="微软雅黑" panose="020B0503020204020204" charset="-122"/>
                <a:sym typeface="+mn-ea"/>
              </a:rPr>
              <a:t> 16KB</a:t>
            </a:r>
            <a:r>
              <a:rPr lang="en-US"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32 = 512KB</a:t>
            </a:r>
            <a:r>
              <a:rPr lang="zh-CN"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0.5MB/token</a:t>
            </a:r>
            <a:r>
              <a:rPr lang="zh-CN" altLang="en-US" sz="1400" dirty="0">
                <a:latin typeface="微软雅黑" panose="020B0503020204020204" charset="-122"/>
                <a:ea typeface="微软雅黑" panose="020B0503020204020204" charset="-122"/>
                <a:cs typeface="微软雅黑" panose="020B0503020204020204" charset="-122"/>
                <a:sym typeface="+mn-ea"/>
              </a:rPr>
              <a:t>）</a:t>
            </a:r>
            <a:endParaRPr lang="zh-CN" altLang="en-US" sz="14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zh-CN" altLang="en-US" sz="1400" dirty="0">
                <a:latin typeface="微软雅黑" panose="020B0503020204020204" charset="-122"/>
                <a:ea typeface="微软雅黑" panose="020B0503020204020204" charset="-122"/>
                <a:cs typeface="微软雅黑" panose="020B0503020204020204" charset="-122"/>
                <a:sym typeface="+mn-ea"/>
              </a:rPr>
              <a:t>实际场景：</a:t>
            </a:r>
            <a:r>
              <a:rPr lang="en-US" altLang="zh-CN" sz="1400" dirty="0">
                <a:latin typeface="微软雅黑" panose="020B0503020204020204" charset="-122"/>
                <a:ea typeface="微软雅黑" panose="020B0503020204020204" charset="-122"/>
                <a:cs typeface="微软雅黑" panose="020B0503020204020204" charset="-122"/>
                <a:sym typeface="+mn-ea"/>
              </a:rPr>
              <a:t>4096 token</a:t>
            </a:r>
            <a:r>
              <a:rPr lang="zh-CN" altLang="en-US" sz="1400" dirty="0">
                <a:latin typeface="微软雅黑" panose="020B0503020204020204" charset="-122"/>
                <a:ea typeface="微软雅黑" panose="020B0503020204020204" charset="-122"/>
                <a:cs typeface="微软雅黑" panose="020B0503020204020204" charset="-122"/>
                <a:sym typeface="+mn-ea"/>
              </a:rPr>
              <a:t>上下文需占用约</a:t>
            </a:r>
            <a:r>
              <a:rPr lang="en-US" altLang="zh-CN" sz="1400" dirty="0">
                <a:latin typeface="微软雅黑" panose="020B0503020204020204" charset="-122"/>
                <a:ea typeface="微软雅黑" panose="020B0503020204020204" charset="-122"/>
                <a:cs typeface="微软雅黑" panose="020B0503020204020204" charset="-122"/>
                <a:sym typeface="+mn-ea"/>
              </a:rPr>
              <a:t>2GB</a:t>
            </a:r>
            <a:r>
              <a:rPr lang="zh-CN" altLang="en-US" sz="1400" dirty="0">
                <a:latin typeface="微软雅黑" panose="020B0503020204020204" charset="-122"/>
                <a:ea typeface="微软雅黑" panose="020B0503020204020204" charset="-122"/>
                <a:cs typeface="微软雅黑" panose="020B0503020204020204" charset="-122"/>
                <a:sym typeface="+mn-ea"/>
              </a:rPr>
              <a:t>显存，</a:t>
            </a:r>
            <a:r>
              <a:rPr lang="en-US" altLang="zh-CN" sz="1400" dirty="0">
                <a:latin typeface="微软雅黑" panose="020B0503020204020204" charset="-122"/>
                <a:ea typeface="微软雅黑" panose="020B0503020204020204" charset="-122"/>
                <a:cs typeface="微软雅黑" panose="020B0503020204020204" charset="-122"/>
                <a:sym typeface="+mn-ea"/>
              </a:rPr>
              <a:t>100</a:t>
            </a:r>
            <a:r>
              <a:rPr lang="zh-CN" altLang="en-US" sz="1400" dirty="0">
                <a:latin typeface="微软雅黑" panose="020B0503020204020204" charset="-122"/>
                <a:ea typeface="微软雅黑" panose="020B0503020204020204" charset="-122"/>
                <a:cs typeface="微软雅黑" panose="020B0503020204020204" charset="-122"/>
                <a:sym typeface="+mn-ea"/>
              </a:rPr>
              <a:t>并发用户则需要</a:t>
            </a:r>
            <a:r>
              <a:rPr lang="en-US" altLang="zh-CN" sz="1400" dirty="0">
                <a:latin typeface="微软雅黑" panose="020B0503020204020204" charset="-122"/>
                <a:ea typeface="微软雅黑" panose="020B0503020204020204" charset="-122"/>
                <a:cs typeface="微软雅黑" panose="020B0503020204020204" charset="-122"/>
                <a:sym typeface="+mn-ea"/>
              </a:rPr>
              <a:t>200GB</a:t>
            </a:r>
            <a:r>
              <a:rPr lang="zh-CN" altLang="en-US" sz="1400" dirty="0">
                <a:latin typeface="微软雅黑" panose="020B0503020204020204" charset="-122"/>
                <a:ea typeface="微软雅黑" panose="020B0503020204020204" charset="-122"/>
                <a:cs typeface="微软雅黑" panose="020B0503020204020204" charset="-122"/>
                <a:sym typeface="+mn-ea"/>
              </a:rPr>
              <a:t>显存</a:t>
            </a:r>
            <a:endParaRPr lang="en-US" altLang="zh-CN" sz="14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400" b="1" dirty="0">
                <a:latin typeface="微软雅黑" panose="020B0503020204020204" charset="-122"/>
                <a:ea typeface="微软雅黑" panose="020B0503020204020204" charset="-122"/>
                <a:cs typeface="微软雅黑" panose="020B0503020204020204" charset="-122"/>
              </a:rPr>
              <a:t>Llama-13B</a:t>
            </a:r>
            <a:r>
              <a:rPr lang="zh-CN" altLang="en-US" sz="1400" b="1" dirty="0">
                <a:latin typeface="微软雅黑" panose="020B0503020204020204" charset="-122"/>
                <a:ea typeface="微软雅黑" panose="020B0503020204020204" charset="-122"/>
                <a:cs typeface="微软雅黑" panose="020B0503020204020204" charset="-122"/>
              </a:rPr>
              <a:t>模型</a:t>
            </a:r>
            <a:r>
              <a:rPr lang="en-US" altLang="zh-CN" sz="1400" b="1" dirty="0">
                <a:latin typeface="微软雅黑" panose="020B0503020204020204" charset="-122"/>
                <a:ea typeface="微软雅黑" panose="020B0503020204020204" charset="-122"/>
                <a:cs typeface="微软雅黑" panose="020B0503020204020204" charset="-122"/>
              </a:rPr>
              <a:t>​</a:t>
            </a:r>
            <a:endParaRPr lang="en-US" altLang="zh-CN" sz="1400" b="1"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参数</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：层数（</a:t>
            </a:r>
            <a:r>
              <a:rPr lang="en-US" altLang="zh-CN" sz="1400" dirty="0">
                <a:latin typeface="微软雅黑" panose="020B0503020204020204" charset="-122"/>
                <a:ea typeface="微软雅黑" panose="020B0503020204020204" charset="-122"/>
                <a:cs typeface="微软雅黑" panose="020B0503020204020204" charset="-122"/>
              </a:rPr>
              <a:t>L=40</a:t>
            </a:r>
            <a:r>
              <a:rPr lang="zh-CN" altLang="en-US" sz="1400" dirty="0">
                <a:latin typeface="微软雅黑" panose="020B0503020204020204" charset="-122"/>
                <a:ea typeface="微软雅黑" panose="020B0503020204020204" charset="-122"/>
                <a:cs typeface="微软雅黑" panose="020B0503020204020204" charset="-122"/>
              </a:rPr>
              <a:t>），头数（</a:t>
            </a:r>
            <a:r>
              <a:rPr lang="en-US" altLang="zh-CN" sz="1400" dirty="0" err="1">
                <a:latin typeface="微软雅黑" panose="020B0503020204020204" charset="-122"/>
                <a:ea typeface="微软雅黑" panose="020B0503020204020204" charset="-122"/>
                <a:cs typeface="微软雅黑" panose="020B0503020204020204" charset="-122"/>
              </a:rPr>
              <a:t>n_h</a:t>
            </a:r>
            <a:r>
              <a:rPr lang="en-US" altLang="zh-CN" sz="1400" dirty="0">
                <a:latin typeface="微软雅黑" panose="020B0503020204020204" charset="-122"/>
                <a:ea typeface="微软雅黑" panose="020B0503020204020204" charset="-122"/>
                <a:cs typeface="微软雅黑" panose="020B0503020204020204" charset="-122"/>
              </a:rPr>
              <a:t>=40</a:t>
            </a:r>
            <a:r>
              <a:rPr lang="zh-CN" altLang="en-US" sz="1400" dirty="0">
                <a:latin typeface="微软雅黑" panose="020B0503020204020204" charset="-122"/>
                <a:ea typeface="微软雅黑" panose="020B0503020204020204" charset="-122"/>
                <a:cs typeface="微软雅黑" panose="020B0503020204020204" charset="-122"/>
              </a:rPr>
              <a:t>），头维度（</a:t>
            </a:r>
            <a:r>
              <a:rPr lang="en-US" altLang="zh-CN" sz="1400" dirty="0" err="1">
                <a:latin typeface="微软雅黑" panose="020B0503020204020204" charset="-122"/>
                <a:ea typeface="微软雅黑" panose="020B0503020204020204" charset="-122"/>
                <a:cs typeface="微软雅黑" panose="020B0503020204020204" charset="-122"/>
              </a:rPr>
              <a:t>d_h</a:t>
            </a:r>
            <a:r>
              <a:rPr lang="en-US" altLang="zh-CN" sz="1400" dirty="0">
                <a:latin typeface="微软雅黑" panose="020B0503020204020204" charset="-122"/>
                <a:ea typeface="微软雅黑" panose="020B0503020204020204" charset="-122"/>
                <a:cs typeface="微软雅黑" panose="020B0503020204020204" charset="-122"/>
              </a:rPr>
              <a:t>=128</a:t>
            </a:r>
            <a:r>
              <a:rPr lang="zh-CN" altLang="en-US" sz="1400" dirty="0">
                <a:latin typeface="微软雅黑" panose="020B0503020204020204" charset="-122"/>
                <a:ea typeface="微软雅黑" panose="020B0503020204020204" charset="-122"/>
                <a:cs typeface="微软雅黑" panose="020B0503020204020204" charset="-122"/>
              </a:rPr>
              <a:t>），数据类型（</a:t>
            </a:r>
            <a:r>
              <a:rPr lang="en-US" altLang="zh-CN" sz="1400" dirty="0">
                <a:latin typeface="微软雅黑" panose="020B0503020204020204" charset="-122"/>
                <a:ea typeface="微软雅黑" panose="020B0503020204020204" charset="-122"/>
                <a:cs typeface="微软雅黑" panose="020B0503020204020204" charset="-122"/>
              </a:rPr>
              <a:t>FP16</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B=2</a:t>
            </a:r>
            <a:r>
              <a:rPr lang="zh-CN" altLang="en-US" sz="1400" dirty="0">
                <a:latin typeface="微软雅黑" panose="020B0503020204020204" charset="-122"/>
                <a:ea typeface="微软雅黑" panose="020B0503020204020204" charset="-122"/>
                <a:cs typeface="微软雅黑" panose="020B0503020204020204" charset="-122"/>
              </a:rPr>
              <a:t>字节）。</a:t>
            </a:r>
            <a:endParaRPr lang="zh-CN" altLang="en-US" sz="1400"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计算</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2 </a:t>
            </a:r>
            <a:r>
              <a:rPr lang="en-US"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 40 </a:t>
            </a:r>
            <a:r>
              <a:rPr lang="en-US"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 40 </a:t>
            </a:r>
            <a:r>
              <a:rPr lang="en-US"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 128 </a:t>
            </a:r>
            <a:r>
              <a:rPr lang="en-US"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 2 = 819,200</a:t>
            </a:r>
            <a:r>
              <a:rPr lang="zh-CN" altLang="en-US" sz="1400" dirty="0">
                <a:latin typeface="微软雅黑" panose="020B0503020204020204" charset="-122"/>
                <a:ea typeface="微软雅黑" panose="020B0503020204020204" charset="-122"/>
                <a:cs typeface="微软雅黑" panose="020B0503020204020204" charset="-122"/>
              </a:rPr>
              <a:t>字节</a:t>
            </a:r>
            <a:r>
              <a:rPr lang="en-US" altLang="zh-CN" sz="1400" dirty="0">
                <a:latin typeface="微软雅黑" panose="020B0503020204020204" charset="-122"/>
                <a:ea typeface="微软雅黑" panose="020B0503020204020204" charset="-122"/>
                <a:cs typeface="微软雅黑" panose="020B0503020204020204" charset="-122"/>
              </a:rPr>
              <a:t> ≈ 800 KB</a:t>
            </a:r>
            <a:r>
              <a:rPr lang="zh-CN" altLang="en-US" sz="1400" dirty="0">
                <a:latin typeface="微软雅黑" panose="020B0503020204020204" charset="-122"/>
                <a:ea typeface="微软雅黑" panose="020B0503020204020204" charset="-122"/>
                <a:cs typeface="微软雅黑" panose="020B0503020204020204" charset="-122"/>
              </a:rPr>
              <a:t>，即每个</a:t>
            </a:r>
            <a:r>
              <a:rPr lang="en-US" altLang="zh-CN" sz="1400" dirty="0">
                <a:latin typeface="微软雅黑" panose="020B0503020204020204" charset="-122"/>
                <a:ea typeface="微软雅黑" panose="020B0503020204020204" charset="-122"/>
                <a:cs typeface="微软雅黑" panose="020B0503020204020204" charset="-122"/>
              </a:rPr>
              <a:t>token</a:t>
            </a:r>
            <a:r>
              <a:rPr lang="zh-CN" altLang="en-US" sz="1400" dirty="0">
                <a:latin typeface="微软雅黑" panose="020B0503020204020204" charset="-122"/>
                <a:ea typeface="微软雅黑" panose="020B0503020204020204" charset="-122"/>
                <a:cs typeface="微软雅黑" panose="020B0503020204020204" charset="-122"/>
              </a:rPr>
              <a:t>的</a:t>
            </a:r>
            <a:r>
              <a:rPr lang="en-US" altLang="zh-CN" sz="1400" dirty="0">
                <a:latin typeface="微软雅黑" panose="020B0503020204020204" charset="-122"/>
                <a:ea typeface="微软雅黑" panose="020B0503020204020204" charset="-122"/>
                <a:cs typeface="微软雅黑" panose="020B0503020204020204" charset="-122"/>
              </a:rPr>
              <a:t>KV</a:t>
            </a:r>
            <a:r>
              <a:rPr lang="zh-CN" altLang="en-US" sz="1400" dirty="0">
                <a:latin typeface="微软雅黑" panose="020B0503020204020204" charset="-122"/>
                <a:ea typeface="微软雅黑" panose="020B0503020204020204" charset="-122"/>
                <a:cs typeface="微软雅黑" panose="020B0503020204020204" charset="-122"/>
              </a:rPr>
              <a:t>缓存占用约</a:t>
            </a:r>
            <a:r>
              <a:rPr lang="en-US" altLang="zh-CN" sz="1400" dirty="0">
                <a:latin typeface="微软雅黑" panose="020B0503020204020204" charset="-122"/>
                <a:ea typeface="微软雅黑" panose="020B0503020204020204" charset="-122"/>
                <a:cs typeface="微软雅黑" panose="020B0503020204020204" charset="-122"/>
              </a:rPr>
              <a:t>800 KB</a:t>
            </a:r>
            <a:r>
              <a:rPr lang="zh-CN" altLang="en-US" sz="1400" dirty="0">
                <a:latin typeface="微软雅黑" panose="020B0503020204020204" charset="-122"/>
                <a:ea typeface="微软雅黑" panose="020B0503020204020204" charset="-122"/>
                <a:cs typeface="微软雅黑" panose="020B0503020204020204" charset="-122"/>
              </a:rPr>
              <a:t>空间</a:t>
            </a:r>
            <a:endParaRPr lang="zh-CN" altLang="en-US" sz="14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400" b="1" dirty="0">
                <a:latin typeface="微软雅黑" panose="020B0503020204020204" charset="-122"/>
                <a:ea typeface="微软雅黑" panose="020B0503020204020204" charset="-122"/>
                <a:cs typeface="微软雅黑" panose="020B0503020204020204" charset="-122"/>
                <a:sym typeface="+mn-ea"/>
              </a:rPr>
              <a:t>Qwen-72B</a:t>
            </a:r>
            <a:r>
              <a:rPr lang="zh-CN" altLang="en-US" sz="1400" dirty="0">
                <a:latin typeface="微软雅黑" panose="020B0503020204020204" charset="-122"/>
                <a:ea typeface="微软雅黑" panose="020B0503020204020204" charset="-122"/>
                <a:cs typeface="微软雅黑" panose="020B0503020204020204" charset="-122"/>
                <a:sym typeface="+mn-ea"/>
              </a:rPr>
              <a:t>的例子，</a:t>
            </a:r>
            <a:r>
              <a:rPr lang="en-US" altLang="zh-CN" sz="1400" dirty="0">
                <a:latin typeface="微软雅黑" panose="020B0503020204020204" charset="-122"/>
                <a:ea typeface="微软雅黑" panose="020B0503020204020204" charset="-122"/>
                <a:cs typeface="微软雅黑" panose="020B0503020204020204" charset="-122"/>
                <a:sym typeface="+mn-ea"/>
              </a:rPr>
              <a:t>80</a:t>
            </a:r>
            <a:r>
              <a:rPr lang="zh-CN" altLang="en-US" sz="1400" dirty="0">
                <a:latin typeface="微软雅黑" panose="020B0503020204020204" charset="-122"/>
                <a:ea typeface="微软雅黑" panose="020B0503020204020204" charset="-122"/>
                <a:cs typeface="微软雅黑" panose="020B0503020204020204" charset="-122"/>
                <a:sym typeface="+mn-ea"/>
              </a:rPr>
              <a:t>层，每个头</a:t>
            </a:r>
            <a:r>
              <a:rPr lang="en-US" altLang="zh-CN" sz="1400" dirty="0">
                <a:latin typeface="微软雅黑" panose="020B0503020204020204" charset="-122"/>
                <a:ea typeface="微软雅黑" panose="020B0503020204020204" charset="-122"/>
                <a:cs typeface="微软雅黑" panose="020B0503020204020204" charset="-122"/>
                <a:sym typeface="+mn-ea"/>
              </a:rPr>
              <a:t>64</a:t>
            </a:r>
            <a:r>
              <a:rPr lang="zh-CN" altLang="en-US" sz="1400" dirty="0">
                <a:latin typeface="微软雅黑" panose="020B0503020204020204" charset="-122"/>
                <a:ea typeface="微软雅黑" panose="020B0503020204020204" charset="-122"/>
                <a:cs typeface="微软雅黑" panose="020B0503020204020204" charset="-122"/>
                <a:sym typeface="+mn-ea"/>
              </a:rPr>
              <a:t>个，头维度</a:t>
            </a:r>
            <a:r>
              <a:rPr lang="en-US" altLang="zh-CN" sz="1400" dirty="0">
                <a:latin typeface="微软雅黑" panose="020B0503020204020204" charset="-122"/>
                <a:ea typeface="微软雅黑" panose="020B0503020204020204" charset="-122"/>
                <a:cs typeface="微软雅黑" panose="020B0503020204020204" charset="-122"/>
                <a:sym typeface="+mn-ea"/>
              </a:rPr>
              <a:t>128</a:t>
            </a:r>
            <a:r>
              <a:rPr lang="zh-CN" altLang="en-US" sz="1400" dirty="0">
                <a:latin typeface="微软雅黑" panose="020B0503020204020204" charset="-122"/>
                <a:ea typeface="微软雅黑" panose="020B0503020204020204" charset="-122"/>
                <a:cs typeface="微软雅黑" panose="020B0503020204020204" charset="-122"/>
                <a:sym typeface="+mn-ea"/>
              </a:rPr>
              <a:t>。计算方式是</a:t>
            </a:r>
            <a:r>
              <a:rPr lang="en-US" altLang="zh-CN" sz="1400" dirty="0">
                <a:latin typeface="微软雅黑" panose="020B0503020204020204" charset="-122"/>
                <a:ea typeface="微软雅黑" panose="020B0503020204020204" charset="-122"/>
                <a:cs typeface="微软雅黑" panose="020B0503020204020204" charset="-122"/>
                <a:sym typeface="+mn-ea"/>
              </a:rPr>
              <a:t>2</a:t>
            </a:r>
            <a:r>
              <a:rPr lang="zh-CN"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Key</a:t>
            </a:r>
            <a:r>
              <a:rPr lang="zh-CN" altLang="en-US" sz="1400" dirty="0">
                <a:latin typeface="微软雅黑" panose="020B0503020204020204" charset="-122"/>
                <a:ea typeface="微软雅黑" panose="020B0503020204020204" charset="-122"/>
                <a:cs typeface="微软雅黑" panose="020B0503020204020204" charset="-122"/>
                <a:sym typeface="+mn-ea"/>
              </a:rPr>
              <a:t>和</a:t>
            </a:r>
            <a:r>
              <a:rPr lang="en-US" altLang="zh-CN" sz="1400" dirty="0">
                <a:latin typeface="微软雅黑" panose="020B0503020204020204" charset="-122"/>
                <a:ea typeface="微软雅黑" panose="020B0503020204020204" charset="-122"/>
                <a:cs typeface="微软雅黑" panose="020B0503020204020204" charset="-122"/>
                <a:sym typeface="+mn-ea"/>
              </a:rPr>
              <a:t>Value</a:t>
            </a:r>
            <a:r>
              <a:rPr lang="zh-CN" altLang="en-US" sz="1400" dirty="0">
                <a:latin typeface="微软雅黑" panose="020B0503020204020204" charset="-122"/>
                <a:ea typeface="微软雅黑" panose="020B0503020204020204" charset="-122"/>
                <a:cs typeface="微软雅黑" panose="020B0503020204020204" charset="-122"/>
                <a:sym typeface="+mn-ea"/>
              </a:rPr>
              <a:t>）乘以层数乘以头数乘以头维度，再乘以字节数。这里的结果是</a:t>
            </a:r>
            <a:r>
              <a:rPr lang="en-US" altLang="zh-CN" sz="1400" dirty="0">
                <a:latin typeface="微软雅黑" panose="020B0503020204020204" charset="-122"/>
                <a:ea typeface="微软雅黑" panose="020B0503020204020204" charset="-122"/>
                <a:cs typeface="微软雅黑" panose="020B0503020204020204" charset="-122"/>
                <a:sym typeface="+mn-ea"/>
              </a:rPr>
              <a:t>2.5MB</a:t>
            </a:r>
            <a:endParaRPr lang="en-US" altLang="zh-CN" sz="1400"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endParaRPr lang="en-US" altLang="zh-CN" sz="1400" dirty="0">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nvSpPr>
        <p:spPr>
          <a:xfrm>
            <a:off x="177800" y="1048385"/>
            <a:ext cx="6358890" cy="5742940"/>
          </a:xfrm>
          <a:prstGeom prst="rect">
            <a:avLst/>
          </a:prstGeom>
        </p:spPr>
        <p:txBody>
          <a:bodyPr wrap="square">
            <a:noAutofit/>
          </a:bodyPr>
          <a:lstStyle/>
          <a:p>
            <a:pPr indent="0" fontAlgn="auto">
              <a:lnSpc>
                <a:spcPct val="150000"/>
              </a:lnSpc>
            </a:pPr>
            <a:r>
              <a:rPr lang="en-US" altLang="zh-CN" sz="1400" b="1" dirty="0" err="1">
                <a:latin typeface="微软雅黑" panose="020B0503020204020204" charset="-122"/>
                <a:ea typeface="微软雅黑" panose="020B0503020204020204" charset="-122"/>
                <a:cs typeface="微软雅黑" panose="020B0503020204020204" charset="-122"/>
              </a:rPr>
              <a:t>kvcache</a:t>
            </a:r>
            <a:r>
              <a:rPr lang="zh-CN" altLang="en-US" sz="1400" b="1" dirty="0">
                <a:latin typeface="微软雅黑" panose="020B0503020204020204" charset="-122"/>
                <a:ea typeface="微软雅黑" panose="020B0503020204020204" charset="-122"/>
                <a:cs typeface="微软雅黑" panose="020B0503020204020204" charset="-122"/>
              </a:rPr>
              <a:t>空间计算：</a:t>
            </a:r>
            <a:endParaRPr lang="zh-CN" altLang="en-US" sz="1400" b="1"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层数（</a:t>
            </a:r>
            <a:r>
              <a:rPr lang="en-US" altLang="zh-CN" sz="1400" dirty="0">
                <a:latin typeface="微软雅黑" panose="020B0503020204020204" charset="-122"/>
                <a:ea typeface="微软雅黑" panose="020B0503020204020204" charset="-122"/>
                <a:cs typeface="微软雅黑" panose="020B0503020204020204" charset="-122"/>
              </a:rPr>
              <a:t>L</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Transformer</a:t>
            </a:r>
            <a:r>
              <a:rPr lang="zh-CN" altLang="en-US" sz="1400" dirty="0">
                <a:latin typeface="微软雅黑" panose="020B0503020204020204" charset="-122"/>
                <a:ea typeface="微软雅黑" panose="020B0503020204020204" charset="-122"/>
                <a:cs typeface="微软雅黑" panose="020B0503020204020204" charset="-122"/>
              </a:rPr>
              <a:t>模型的层数；</a:t>
            </a:r>
            <a:endParaRPr lang="zh-CN" altLang="en-US" sz="1400"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头数（</a:t>
            </a:r>
            <a:r>
              <a:rPr lang="en-US" altLang="zh-CN" sz="1400" dirty="0" err="1">
                <a:latin typeface="微软雅黑" panose="020B0503020204020204" charset="-122"/>
                <a:ea typeface="微软雅黑" panose="020B0503020204020204" charset="-122"/>
                <a:cs typeface="微软雅黑" panose="020B0503020204020204" charset="-122"/>
              </a:rPr>
              <a:t>n_h</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：每层注意力头的数量；</a:t>
            </a:r>
            <a:endParaRPr lang="zh-CN" altLang="en-US" sz="1400"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头维度（</a:t>
            </a:r>
            <a:r>
              <a:rPr lang="en-US" altLang="zh-CN" sz="1400" dirty="0" err="1">
                <a:latin typeface="微软雅黑" panose="020B0503020204020204" charset="-122"/>
                <a:ea typeface="微软雅黑" panose="020B0503020204020204" charset="-122"/>
                <a:cs typeface="微软雅黑" panose="020B0503020204020204" charset="-122"/>
              </a:rPr>
              <a:t>d_h</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：每个注意力头的向量维度；</a:t>
            </a:r>
            <a:endParaRPr lang="zh-CN" altLang="en-US" sz="1400"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每个参数字节数（</a:t>
            </a:r>
            <a:r>
              <a:rPr lang="en-US" altLang="zh-CN" sz="1400" dirty="0">
                <a:latin typeface="微软雅黑" panose="020B0503020204020204" charset="-122"/>
                <a:ea typeface="微软雅黑" panose="020B0503020204020204" charset="-122"/>
                <a:cs typeface="微软雅黑" panose="020B0503020204020204" charset="-122"/>
              </a:rPr>
              <a:t>B</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：取决于数据类型（如</a:t>
            </a:r>
            <a:r>
              <a:rPr lang="en-US" altLang="zh-CN" sz="1400" dirty="0">
                <a:latin typeface="微软雅黑" panose="020B0503020204020204" charset="-122"/>
                <a:ea typeface="微软雅黑" panose="020B0503020204020204" charset="-122"/>
                <a:cs typeface="微软雅黑" panose="020B0503020204020204" charset="-122"/>
              </a:rPr>
              <a:t>FP16</a:t>
            </a:r>
            <a:r>
              <a:rPr lang="zh-CN" altLang="en-US" sz="1400" dirty="0">
                <a:latin typeface="微软雅黑" panose="020B0503020204020204" charset="-122"/>
                <a:ea typeface="微软雅黑" panose="020B0503020204020204" charset="-122"/>
                <a:cs typeface="微软雅黑" panose="020B0503020204020204" charset="-122"/>
              </a:rPr>
              <a:t>为</a:t>
            </a:r>
            <a:r>
              <a:rPr lang="en-US" altLang="zh-CN" sz="1400" dirty="0">
                <a:latin typeface="微软雅黑" panose="020B0503020204020204" charset="-122"/>
                <a:ea typeface="微软雅黑" panose="020B0503020204020204" charset="-122"/>
                <a:cs typeface="微软雅黑" panose="020B0503020204020204" charset="-122"/>
              </a:rPr>
              <a:t>2</a:t>
            </a:r>
            <a:r>
              <a:rPr lang="zh-CN" altLang="en-US" sz="1400" dirty="0">
                <a:latin typeface="微软雅黑" panose="020B0503020204020204" charset="-122"/>
                <a:ea typeface="微软雅黑" panose="020B0503020204020204" charset="-122"/>
                <a:cs typeface="微软雅黑" panose="020B0503020204020204" charset="-122"/>
              </a:rPr>
              <a:t>字节，</a:t>
            </a:r>
            <a:r>
              <a:rPr lang="en-US" altLang="zh-CN" sz="1400" dirty="0">
                <a:latin typeface="微软雅黑" panose="020B0503020204020204" charset="-122"/>
                <a:ea typeface="微软雅黑" panose="020B0503020204020204" charset="-122"/>
                <a:cs typeface="微软雅黑" panose="020B0503020204020204" charset="-122"/>
              </a:rPr>
              <a:t>INT8</a:t>
            </a:r>
            <a:r>
              <a:rPr lang="zh-CN" altLang="en-US" sz="1400" dirty="0">
                <a:latin typeface="微软雅黑" panose="020B0503020204020204" charset="-122"/>
                <a:ea typeface="微软雅黑" panose="020B0503020204020204" charset="-122"/>
                <a:cs typeface="微软雅黑" panose="020B0503020204020204" charset="-122"/>
              </a:rPr>
              <a:t>为</a:t>
            </a:r>
            <a:r>
              <a:rPr lang="en-US" altLang="zh-CN" sz="1400" dirty="0">
                <a:latin typeface="微软雅黑" panose="020B0503020204020204" charset="-122"/>
                <a:ea typeface="微软雅黑" panose="020B0503020204020204" charset="-122"/>
                <a:cs typeface="微软雅黑" panose="020B0503020204020204" charset="-122"/>
              </a:rPr>
              <a:t>1</a:t>
            </a:r>
            <a:r>
              <a:rPr lang="zh-CN" altLang="en-US" sz="1400" dirty="0">
                <a:latin typeface="微软雅黑" panose="020B0503020204020204" charset="-122"/>
                <a:ea typeface="微软雅黑" panose="020B0503020204020204" charset="-122"/>
                <a:cs typeface="微软雅黑" panose="020B0503020204020204" charset="-122"/>
              </a:rPr>
              <a:t>字节）</a:t>
            </a:r>
            <a:endParaRPr lang="zh-CN" altLang="en-US" sz="1400"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1400" dirty="0">
                <a:latin typeface="微软雅黑" panose="020B0503020204020204" charset="-122"/>
                <a:ea typeface="微软雅黑" panose="020B0503020204020204" charset="-122"/>
                <a:cs typeface="微软雅黑" panose="020B0503020204020204" charset="-122"/>
              </a:rPr>
              <a:t>每个</a:t>
            </a:r>
            <a:r>
              <a:rPr lang="en-US" altLang="zh-CN" sz="1400" dirty="0">
                <a:latin typeface="微软雅黑" panose="020B0503020204020204" charset="-122"/>
                <a:ea typeface="微软雅黑" panose="020B0503020204020204" charset="-122"/>
                <a:cs typeface="微软雅黑" panose="020B0503020204020204" charset="-122"/>
              </a:rPr>
              <a:t>token</a:t>
            </a:r>
            <a:r>
              <a:rPr lang="zh-CN" altLang="en-US" sz="1400" dirty="0">
                <a:latin typeface="微软雅黑" panose="020B0503020204020204" charset="-122"/>
                <a:ea typeface="微软雅黑" panose="020B0503020204020204" charset="-122"/>
                <a:cs typeface="微软雅黑" panose="020B0503020204020204" charset="-122"/>
              </a:rPr>
              <a:t>的</a:t>
            </a:r>
            <a:r>
              <a:rPr lang="en-US" altLang="zh-CN" sz="1400" dirty="0">
                <a:latin typeface="微软雅黑" panose="020B0503020204020204" charset="-122"/>
                <a:ea typeface="微软雅黑" panose="020B0503020204020204" charset="-122"/>
                <a:cs typeface="微软雅黑" panose="020B0503020204020204" charset="-122"/>
              </a:rPr>
              <a:t>KV</a:t>
            </a:r>
            <a:r>
              <a:rPr lang="zh-CN" altLang="en-US" sz="1400" dirty="0">
                <a:latin typeface="微软雅黑" panose="020B0503020204020204" charset="-122"/>
                <a:ea typeface="微软雅黑" panose="020B0503020204020204" charset="-122"/>
                <a:cs typeface="微软雅黑" panose="020B0503020204020204" charset="-122"/>
              </a:rPr>
              <a:t>缓存由键（</a:t>
            </a:r>
            <a:r>
              <a:rPr lang="en-US" altLang="zh-CN" sz="1400" dirty="0">
                <a:latin typeface="微软雅黑" panose="020B0503020204020204" charset="-122"/>
                <a:ea typeface="微软雅黑" panose="020B0503020204020204" charset="-122"/>
                <a:cs typeface="微软雅黑" panose="020B0503020204020204" charset="-122"/>
              </a:rPr>
              <a:t>Key</a:t>
            </a:r>
            <a:r>
              <a:rPr lang="zh-CN" altLang="en-US" sz="1400" dirty="0">
                <a:latin typeface="微软雅黑" panose="020B0503020204020204" charset="-122"/>
                <a:ea typeface="微软雅黑" panose="020B0503020204020204" charset="-122"/>
                <a:cs typeface="微软雅黑" panose="020B0503020204020204" charset="-122"/>
              </a:rPr>
              <a:t>）和值（</a:t>
            </a:r>
            <a:r>
              <a:rPr lang="en-US" altLang="zh-CN" sz="1400" dirty="0">
                <a:latin typeface="微软雅黑" panose="020B0503020204020204" charset="-122"/>
                <a:ea typeface="微软雅黑" panose="020B0503020204020204" charset="-122"/>
                <a:cs typeface="微软雅黑" panose="020B0503020204020204" charset="-122"/>
              </a:rPr>
              <a:t>Value</a:t>
            </a:r>
            <a:r>
              <a:rPr lang="zh-CN" altLang="en-US" sz="1400" dirty="0">
                <a:latin typeface="微软雅黑" panose="020B0503020204020204" charset="-122"/>
                <a:ea typeface="微软雅黑" panose="020B0503020204020204" charset="-122"/>
                <a:cs typeface="微软雅黑" panose="020B0503020204020204" charset="-122"/>
              </a:rPr>
              <a:t>）向量组成，每层每个头都需要存储这两个向量。</a:t>
            </a:r>
            <a:r>
              <a:rPr lang="en-US" altLang="zh-CN" sz="1400" dirty="0">
                <a:latin typeface="微软雅黑" panose="020B0503020204020204" charset="-122"/>
                <a:ea typeface="微软雅黑" panose="020B0503020204020204" charset="-122"/>
                <a:cs typeface="微软雅黑" panose="020B0503020204020204" charset="-122"/>
              </a:rPr>
              <a:t>KV</a:t>
            </a:r>
            <a:r>
              <a:rPr lang="zh-CN" altLang="en-US" sz="1400" dirty="0">
                <a:latin typeface="微软雅黑" panose="020B0503020204020204" charset="-122"/>
                <a:ea typeface="微软雅黑" panose="020B0503020204020204" charset="-122"/>
                <a:cs typeface="微软雅黑" panose="020B0503020204020204" charset="-122"/>
              </a:rPr>
              <a:t>向量空间占用（单位：字节）</a:t>
            </a:r>
            <a:r>
              <a:rPr lang="en-US" altLang="zh-CN" sz="1400" dirty="0">
                <a:latin typeface="微软雅黑" panose="020B0503020204020204" charset="-122"/>
                <a:ea typeface="微软雅黑" panose="020B0503020204020204" charset="-122"/>
                <a:cs typeface="微软雅黑" panose="020B0503020204020204" charset="-122"/>
              </a:rPr>
              <a:t>= 2 × </a:t>
            </a:r>
            <a:r>
              <a:rPr lang="zh-CN" altLang="en-US" sz="1400" dirty="0">
                <a:latin typeface="微软雅黑" panose="020B0503020204020204" charset="-122"/>
                <a:ea typeface="微软雅黑" panose="020B0503020204020204" charset="-122"/>
                <a:cs typeface="微软雅黑" panose="020B0503020204020204" charset="-122"/>
              </a:rPr>
              <a:t>层数（</a:t>
            </a:r>
            <a:r>
              <a:rPr lang="en-US" altLang="zh-CN" sz="1400" dirty="0">
                <a:latin typeface="微软雅黑" panose="020B0503020204020204" charset="-122"/>
                <a:ea typeface="微软雅黑" panose="020B0503020204020204" charset="-122"/>
                <a:cs typeface="微软雅黑" panose="020B0503020204020204" charset="-122"/>
              </a:rPr>
              <a:t>L</a:t>
            </a:r>
            <a:r>
              <a:rPr lang="zh-CN" altLang="en-US" sz="1400" dirty="0">
                <a:latin typeface="微软雅黑" panose="020B0503020204020204" charset="-122"/>
                <a:ea typeface="微软雅黑" panose="020B0503020204020204" charset="-122"/>
                <a:cs typeface="微软雅黑" panose="020B0503020204020204" charset="-122"/>
              </a:rPr>
              <a:t>） </a:t>
            </a:r>
            <a:r>
              <a:rPr lang="en-US" altLang="zh-CN" sz="1400" dirty="0">
                <a:latin typeface="微软雅黑" panose="020B0503020204020204" charset="-122"/>
                <a:ea typeface="微软雅黑" panose="020B0503020204020204" charset="-122"/>
                <a:cs typeface="微软雅黑" panose="020B0503020204020204" charset="-122"/>
              </a:rPr>
              <a:t>× </a:t>
            </a:r>
            <a:r>
              <a:rPr lang="zh-CN" altLang="en-US" sz="1400" dirty="0">
                <a:latin typeface="微软雅黑" panose="020B0503020204020204" charset="-122"/>
                <a:ea typeface="微软雅黑" panose="020B0503020204020204" charset="-122"/>
                <a:cs typeface="微软雅黑" panose="020B0503020204020204" charset="-122"/>
              </a:rPr>
              <a:t>头数（</a:t>
            </a:r>
            <a:r>
              <a:rPr lang="en-US" altLang="zh-CN" sz="1400" dirty="0" err="1">
                <a:latin typeface="微软雅黑" panose="020B0503020204020204" charset="-122"/>
                <a:ea typeface="微软雅黑" panose="020B0503020204020204" charset="-122"/>
                <a:cs typeface="微软雅黑" panose="020B0503020204020204" charset="-122"/>
              </a:rPr>
              <a:t>n_h</a:t>
            </a:r>
            <a:r>
              <a:rPr lang="zh-CN" altLang="en-US" sz="1400" dirty="0">
                <a:latin typeface="微软雅黑" panose="020B0503020204020204" charset="-122"/>
                <a:ea typeface="微软雅黑" panose="020B0503020204020204" charset="-122"/>
                <a:cs typeface="微软雅黑" panose="020B0503020204020204" charset="-122"/>
              </a:rPr>
              <a:t>） </a:t>
            </a:r>
            <a:r>
              <a:rPr lang="en-US" altLang="zh-CN" sz="1400" dirty="0">
                <a:latin typeface="微软雅黑" panose="020B0503020204020204" charset="-122"/>
                <a:ea typeface="微软雅黑" panose="020B0503020204020204" charset="-122"/>
                <a:cs typeface="微软雅黑" panose="020B0503020204020204" charset="-122"/>
              </a:rPr>
              <a:t>× </a:t>
            </a:r>
            <a:r>
              <a:rPr lang="zh-CN" altLang="en-US" sz="1400" dirty="0">
                <a:latin typeface="微软雅黑" panose="020B0503020204020204" charset="-122"/>
                <a:ea typeface="微软雅黑" panose="020B0503020204020204" charset="-122"/>
                <a:cs typeface="微软雅黑" panose="020B0503020204020204" charset="-122"/>
              </a:rPr>
              <a:t>头维度（</a:t>
            </a:r>
            <a:r>
              <a:rPr lang="en-US" altLang="zh-CN" sz="1400" dirty="0" err="1">
                <a:latin typeface="微软雅黑" panose="020B0503020204020204" charset="-122"/>
                <a:ea typeface="微软雅黑" panose="020B0503020204020204" charset="-122"/>
                <a:cs typeface="微软雅黑" panose="020B0503020204020204" charset="-122"/>
              </a:rPr>
              <a:t>d_h</a:t>
            </a:r>
            <a:r>
              <a:rPr lang="zh-CN" altLang="en-US" sz="1400" dirty="0">
                <a:latin typeface="微软雅黑" panose="020B0503020204020204" charset="-122"/>
                <a:ea typeface="微软雅黑" panose="020B0503020204020204" charset="-122"/>
                <a:cs typeface="微软雅黑" panose="020B0503020204020204" charset="-122"/>
              </a:rPr>
              <a:t>） </a:t>
            </a:r>
            <a:r>
              <a:rPr lang="en-US" altLang="zh-CN" sz="1400" dirty="0">
                <a:latin typeface="微软雅黑" panose="020B0503020204020204" charset="-122"/>
                <a:ea typeface="微软雅黑" panose="020B0503020204020204" charset="-122"/>
                <a:cs typeface="微软雅黑" panose="020B0503020204020204" charset="-122"/>
              </a:rPr>
              <a:t>× </a:t>
            </a:r>
            <a:r>
              <a:rPr lang="zh-CN" altLang="en-US" sz="1400" dirty="0">
                <a:latin typeface="微软雅黑" panose="020B0503020204020204" charset="-122"/>
                <a:ea typeface="微软雅黑" panose="020B0503020204020204" charset="-122"/>
                <a:cs typeface="微软雅黑" panose="020B0503020204020204" charset="-122"/>
              </a:rPr>
              <a:t>每个参数字节数（</a:t>
            </a:r>
            <a:r>
              <a:rPr lang="en-US" altLang="zh-CN" sz="1400" dirty="0">
                <a:latin typeface="微软雅黑" panose="020B0503020204020204" charset="-122"/>
                <a:ea typeface="微软雅黑" panose="020B0503020204020204" charset="-122"/>
                <a:cs typeface="微软雅黑" panose="020B0503020204020204" charset="-122"/>
              </a:rPr>
              <a:t>B</a:t>
            </a:r>
            <a:r>
              <a:rPr lang="zh-CN" altLang="en-US" sz="1400" dirty="0">
                <a:latin typeface="微软雅黑" panose="020B0503020204020204" charset="-122"/>
                <a:ea typeface="微软雅黑" panose="020B0503020204020204" charset="-122"/>
                <a:cs typeface="微软雅黑" panose="020B0503020204020204" charset="-122"/>
              </a:rPr>
              <a:t>）</a:t>
            </a:r>
            <a:endParaRPr lang="zh-CN" altLang="en-US" sz="1400"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endParaRPr lang="zh-CN" altLang="en-US" sz="1400"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400" b="1" dirty="0">
                <a:latin typeface="微软雅黑" panose="020B0503020204020204" charset="-122"/>
                <a:ea typeface="微软雅黑" panose="020B0503020204020204" charset="-122"/>
                <a:cs typeface="微软雅黑" panose="020B0503020204020204" charset="-122"/>
              </a:rPr>
              <a:t>KV </a:t>
            </a:r>
            <a:r>
              <a:rPr lang="en-US" altLang="zh-CN" sz="1400" b="1" dirty="0" err="1">
                <a:latin typeface="微软雅黑" panose="020B0503020204020204" charset="-122"/>
                <a:ea typeface="微软雅黑" panose="020B0503020204020204" charset="-122"/>
                <a:cs typeface="微软雅黑" panose="020B0503020204020204" charset="-122"/>
              </a:rPr>
              <a:t>Cache的显存占用可通过以下公式计算</a:t>
            </a:r>
            <a:r>
              <a:rPr lang="en-US" altLang="zh-CN" sz="1400" b="1" dirty="0">
                <a:latin typeface="微软雅黑" panose="020B0503020204020204" charset="-122"/>
                <a:ea typeface="微软雅黑" panose="020B0503020204020204" charset="-122"/>
                <a:cs typeface="微软雅黑" panose="020B0503020204020204" charset="-122"/>
              </a:rPr>
              <a:t>：</a:t>
            </a:r>
            <a:endParaRPr lang="en-US" altLang="zh-CN" sz="1400" b="1"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非</a:t>
            </a:r>
            <a:r>
              <a:rPr lang="en-US" altLang="zh-CN" sz="1400" dirty="0" err="1">
                <a:latin typeface="微软雅黑" panose="020B0503020204020204" charset="-122"/>
                <a:ea typeface="微软雅黑" panose="020B0503020204020204" charset="-122"/>
                <a:cs typeface="微软雅黑" panose="020B0503020204020204" charset="-122"/>
              </a:rPr>
              <a:t>MoE</a:t>
            </a:r>
            <a:r>
              <a:rPr lang="zh-CN" altLang="en-US" sz="1400" dirty="0">
                <a:latin typeface="微软雅黑" panose="020B0503020204020204" charset="-122"/>
                <a:ea typeface="微软雅黑" panose="020B0503020204020204" charset="-122"/>
                <a:cs typeface="微软雅黑" panose="020B0503020204020204" charset="-122"/>
              </a:rPr>
              <a:t>层</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KV Cache</a:t>
            </a:r>
            <a:r>
              <a:rPr lang="zh-CN" altLang="en-US" sz="1400" dirty="0">
                <a:latin typeface="微软雅黑" panose="020B0503020204020204" charset="-122"/>
                <a:ea typeface="微软雅黑" panose="020B0503020204020204" charset="-122"/>
                <a:cs typeface="微软雅黑" panose="020B0503020204020204" charset="-122"/>
              </a:rPr>
              <a:t>占用</a:t>
            </a:r>
            <a:r>
              <a:rPr lang="en-US" altLang="zh-CN" sz="1400" dirty="0">
                <a:latin typeface="微软雅黑" panose="020B0503020204020204" charset="-122"/>
                <a:ea typeface="微软雅黑" panose="020B0503020204020204" charset="-122"/>
                <a:cs typeface="微软雅黑" panose="020B0503020204020204" charset="-122"/>
              </a:rPr>
              <a:t> = [2</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Key/Value</a:t>
            </a:r>
            <a:r>
              <a:rPr lang="zh-CN" altLang="en-US" sz="1400" dirty="0">
                <a:latin typeface="微软雅黑" panose="020B0503020204020204" charset="-122"/>
                <a:ea typeface="微软雅黑" panose="020B0503020204020204" charset="-122"/>
                <a:cs typeface="微软雅黑" panose="020B0503020204020204" charset="-122"/>
              </a:rPr>
              <a:t>）</a:t>
            </a:r>
            <a:r>
              <a:rPr lang="en-US" altLang="en-US"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批大小</a:t>
            </a:r>
            <a:r>
              <a:rPr lang="en-US" altLang="en-US"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序列长度</a:t>
            </a:r>
            <a:r>
              <a:rPr lang="en-US" altLang="en-US"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隐藏层维度</a:t>
            </a:r>
            <a:r>
              <a:rPr lang="en-US" altLang="en-US"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精度字节数</a:t>
            </a:r>
            <a:r>
              <a:rPr lang="en-US" altLang="en-US"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层数</a:t>
            </a:r>
            <a:r>
              <a:rPr lang="en-US" altLang="zh-CN" sz="1400" dirty="0">
                <a:latin typeface="微软雅黑" panose="020B0503020204020204" charset="-122"/>
                <a:ea typeface="微软雅黑" panose="020B0503020204020204" charset="-122"/>
                <a:cs typeface="微软雅黑" panose="020B0503020204020204" charset="-122"/>
              </a:rPr>
              <a:t>] / 10^9</a:t>
            </a:r>
            <a:endParaRPr lang="en-US" altLang="zh-CN" sz="1400" dirty="0">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400" dirty="0">
                <a:latin typeface="微软雅黑" panose="020B0503020204020204" charset="-122"/>
                <a:ea typeface="微软雅黑" panose="020B0503020204020204" charset="-122"/>
                <a:cs typeface="微软雅黑" panose="020B0503020204020204" charset="-122"/>
              </a:rPr>
              <a:t>​</a:t>
            </a:r>
            <a:r>
              <a:rPr lang="en-US" altLang="zh-CN" sz="1400" dirty="0" err="1">
                <a:latin typeface="微软雅黑" panose="020B0503020204020204" charset="-122"/>
                <a:ea typeface="微软雅黑" panose="020B0503020204020204" charset="-122"/>
                <a:cs typeface="微软雅黑" panose="020B0503020204020204" charset="-122"/>
              </a:rPr>
              <a:t>MoE</a:t>
            </a:r>
            <a:r>
              <a:rPr lang="zh-CN" altLang="en-US" sz="1400" dirty="0">
                <a:latin typeface="微软雅黑" panose="020B0503020204020204" charset="-122"/>
                <a:ea typeface="微软雅黑" panose="020B0503020204020204" charset="-122"/>
                <a:cs typeface="微软雅黑" panose="020B0503020204020204" charset="-122"/>
              </a:rPr>
              <a:t>层</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a:t>
            </a:r>
            <a:r>
              <a:rPr lang="en-US" altLang="zh-CN" sz="1400" dirty="0">
                <a:latin typeface="微软雅黑" panose="020B0503020204020204" charset="-122"/>
                <a:ea typeface="微软雅黑" panose="020B0503020204020204" charset="-122"/>
                <a:cs typeface="微软雅黑" panose="020B0503020204020204" charset="-122"/>
              </a:rPr>
              <a:t>KV Cache</a:t>
            </a:r>
            <a:r>
              <a:rPr lang="zh-CN" altLang="en-US" sz="1400" dirty="0">
                <a:latin typeface="微软雅黑" panose="020B0503020204020204" charset="-122"/>
                <a:ea typeface="微软雅黑" panose="020B0503020204020204" charset="-122"/>
                <a:cs typeface="微软雅黑" panose="020B0503020204020204" charset="-122"/>
              </a:rPr>
              <a:t>占用</a:t>
            </a:r>
            <a:r>
              <a:rPr lang="en-US" altLang="zh-CN" sz="1400" dirty="0">
                <a:latin typeface="微软雅黑" panose="020B0503020204020204" charset="-122"/>
                <a:ea typeface="微软雅黑" panose="020B0503020204020204" charset="-122"/>
                <a:cs typeface="微软雅黑" panose="020B0503020204020204" charset="-122"/>
              </a:rPr>
              <a:t> = [2</a:t>
            </a:r>
            <a:r>
              <a:rPr lang="en-US" altLang="en-US"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批大小</a:t>
            </a:r>
            <a:r>
              <a:rPr lang="en-US" altLang="en-US"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序列长度</a:t>
            </a:r>
            <a:r>
              <a:rPr lang="en-US" altLang="en-US" sz="1400" dirty="0">
                <a:latin typeface="微软雅黑" panose="020B0503020204020204" charset="-122"/>
                <a:ea typeface="微软雅黑" panose="020B0503020204020204" charset="-122"/>
                <a:cs typeface="微软雅黑" panose="020B0503020204020204" charset="-122"/>
              </a:rPr>
              <a:t>×</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rPr>
              <a:t>激活专家数</a:t>
            </a:r>
            <a:r>
              <a:rPr lang="en-US" altLang="en-US" sz="1400" dirty="0">
                <a:latin typeface="微软雅黑" panose="020B0503020204020204" charset="-122"/>
                <a:ea typeface="微软雅黑" panose="020B0503020204020204" charset="-122"/>
                <a:cs typeface="微软雅黑" panose="020B0503020204020204" charset="-122"/>
              </a:rPr>
              <a:t>×</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rPr>
              <a:t>压缩维度</a:t>
            </a:r>
            <a:r>
              <a:rPr lang="en-US" altLang="en-US"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精度字节数</a:t>
            </a:r>
            <a:r>
              <a:rPr lang="en-US" altLang="en-US"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层数</a:t>
            </a:r>
            <a:r>
              <a:rPr lang="en-US" altLang="zh-CN" sz="1400" dirty="0">
                <a:latin typeface="微软雅黑" panose="020B0503020204020204" charset="-122"/>
                <a:ea typeface="微软雅黑" panose="020B0503020204020204" charset="-122"/>
                <a:cs typeface="微软雅黑" panose="020B0503020204020204" charset="-122"/>
              </a:rPr>
              <a:t>] / 10^9</a:t>
            </a:r>
            <a:endParaRPr lang="en-US" altLang="zh-CN" sz="1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4830" y="255905"/>
            <a:ext cx="10537190" cy="539115"/>
          </a:xfrm>
        </p:spPr>
        <p:txBody>
          <a:bodyPr/>
          <a:lstStyle/>
          <a:p>
            <a:r>
              <a:rPr lang="zh-CN" altLang="en-US" dirty="0" err="1">
                <a:solidFill>
                  <a:schemeClr val="bg1"/>
                </a:solidFill>
                <a:cs typeface="微软雅黑" panose="020B0503020204020204" charset="-122"/>
              </a:rPr>
              <a:t>推理</a:t>
            </a:r>
            <a:r>
              <a:rPr lang="en-US" altLang="zh-CN" dirty="0" err="1">
                <a:solidFill>
                  <a:schemeClr val="bg1"/>
                </a:solidFill>
                <a:cs typeface="微软雅黑" panose="020B0503020204020204" charset="-122"/>
              </a:rPr>
              <a:t>kvcache</a:t>
            </a:r>
            <a:r>
              <a:rPr lang="zh-CN" altLang="en-US" dirty="0" err="1">
                <a:solidFill>
                  <a:schemeClr val="bg1"/>
                </a:solidFill>
                <a:cs typeface="微软雅黑" panose="020B0503020204020204" charset="-122"/>
              </a:rPr>
              <a:t>数据读写</a:t>
            </a:r>
            <a:r>
              <a:rPr lang="en-US" altLang="zh-CN" dirty="0" err="1">
                <a:solidFill>
                  <a:schemeClr val="bg1"/>
                </a:solidFill>
                <a:cs typeface="微软雅黑" panose="020B0503020204020204" charset="-122"/>
              </a:rPr>
              <a:t>IO</a:t>
            </a:r>
            <a:r>
              <a:rPr lang="zh-CN" altLang="en-US" dirty="0" err="1">
                <a:solidFill>
                  <a:schemeClr val="bg1"/>
                </a:solidFill>
                <a:cs typeface="微软雅黑" panose="020B0503020204020204" charset="-122"/>
              </a:rPr>
              <a:t>模型</a:t>
            </a:r>
            <a:endParaRPr lang="zh-CN" altLang="en-US" dirty="0" err="1">
              <a:solidFill>
                <a:schemeClr val="bg1"/>
              </a:solidFill>
              <a:cs typeface="微软雅黑" panose="020B0503020204020204" charset="-122"/>
            </a:endParaRPr>
          </a:p>
        </p:txBody>
      </p:sp>
      <p:sp>
        <p:nvSpPr>
          <p:cNvPr id="4" name="文本框 3"/>
          <p:cNvSpPr txBox="1"/>
          <p:nvPr/>
        </p:nvSpPr>
        <p:spPr>
          <a:xfrm>
            <a:off x="382905" y="937260"/>
            <a:ext cx="11143615" cy="2307590"/>
          </a:xfrm>
          <a:prstGeom prst="rect">
            <a:avLst/>
          </a:prstGeom>
          <a:noFill/>
        </p:spPr>
        <p:txBody>
          <a:bodyPr wrap="square" rtlCol="0" anchor="t">
            <a:noAutofit/>
          </a:bodyPr>
          <a:lstStyle/>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1 </a:t>
            </a:r>
            <a:r>
              <a:rPr lang="zh-CN" altLang="en-US" sz="1600" dirty="0">
                <a:latin typeface="微软雅黑" panose="020B0503020204020204" charset="-122"/>
                <a:ea typeface="微软雅黑" panose="020B0503020204020204" charset="-122"/>
                <a:cs typeface="微软雅黑" panose="020B0503020204020204" charset="-122"/>
                <a:sym typeface="+mn-ea"/>
              </a:rPr>
              <a:t>单个</a:t>
            </a:r>
            <a:r>
              <a:rPr lang="en-US" altLang="zh-CN" sz="1600" dirty="0">
                <a:latin typeface="微软雅黑" panose="020B0503020204020204" charset="-122"/>
                <a:ea typeface="微软雅黑" panose="020B0503020204020204" charset="-122"/>
                <a:cs typeface="微软雅黑" panose="020B0503020204020204" charset="-122"/>
                <a:sym typeface="+mn-ea"/>
              </a:rPr>
              <a:t>token</a:t>
            </a:r>
            <a:r>
              <a:rPr lang="zh-CN" altLang="en-US" sz="1600" dirty="0">
                <a:latin typeface="微软雅黑" panose="020B0503020204020204" charset="-122"/>
                <a:ea typeface="微软雅黑" panose="020B0503020204020204" charset="-122"/>
                <a:cs typeface="微软雅黑" panose="020B0503020204020204" charset="-122"/>
                <a:sym typeface="+mn-ea"/>
              </a:rPr>
              <a:t>：</a:t>
            </a:r>
            <a:r>
              <a:rPr lang="en-US" altLang="zh-CN" sz="1600" dirty="0">
                <a:latin typeface="微软雅黑" panose="020B0503020204020204" charset="-122"/>
                <a:ea typeface="微软雅黑" panose="020B0503020204020204" charset="-122"/>
                <a:cs typeface="微软雅黑" panose="020B0503020204020204" charset="-122"/>
                <a:sym typeface="+mn-ea"/>
              </a:rPr>
              <a:t> 0.2MB/token~2.5M/token</a:t>
            </a:r>
            <a:r>
              <a:rPr lang="zh-CN" altLang="en-US" sz="1600" dirty="0">
                <a:latin typeface="微软雅黑" panose="020B0503020204020204" charset="-122"/>
                <a:ea typeface="微软雅黑" panose="020B0503020204020204" charset="-122"/>
                <a:cs typeface="微软雅黑" panose="020B0503020204020204" charset="-122"/>
                <a:sym typeface="+mn-ea"/>
              </a:rPr>
              <a:t>，可显存分块写入，分块大小：</a:t>
            </a:r>
            <a:r>
              <a:rPr lang="en-US" altLang="zh-CN" sz="1600" dirty="0">
                <a:latin typeface="微软雅黑" panose="020B0503020204020204" charset="-122"/>
                <a:ea typeface="微软雅黑" panose="020B0503020204020204" charset="-122"/>
                <a:cs typeface="微软雅黑" panose="020B0503020204020204" charset="-122"/>
                <a:sym typeface="+mn-ea"/>
              </a:rPr>
              <a:t>16-256 tokens/</a:t>
            </a:r>
            <a:r>
              <a:rPr lang="zh-CN" altLang="en-US" sz="1600" dirty="0">
                <a:latin typeface="微软雅黑" panose="020B0503020204020204" charset="-122"/>
                <a:ea typeface="微软雅黑" panose="020B0503020204020204" charset="-122"/>
                <a:cs typeface="微软雅黑" panose="020B0503020204020204" charset="-122"/>
                <a:sym typeface="+mn-ea"/>
              </a:rPr>
              <a:t>块</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2 </a:t>
            </a:r>
            <a:r>
              <a:rPr lang="zh-CN" altLang="en-US" sz="1600" dirty="0">
                <a:latin typeface="微软雅黑" panose="020B0503020204020204" charset="-122"/>
                <a:ea typeface="微软雅黑" panose="020B0503020204020204" charset="-122"/>
                <a:cs typeface="微软雅黑" panose="020B0503020204020204" charset="-122"/>
                <a:sym typeface="+mn-ea"/>
              </a:rPr>
              <a:t>高频数据：高频访问的显存块存储于</a:t>
            </a:r>
            <a:r>
              <a:rPr lang="en-US" altLang="zh-CN" sz="1600" dirty="0">
                <a:latin typeface="微软雅黑" panose="020B0503020204020204" charset="-122"/>
                <a:ea typeface="微软雅黑" panose="020B0503020204020204" charset="-122"/>
                <a:cs typeface="微软雅黑" panose="020B0503020204020204" charset="-122"/>
                <a:sym typeface="+mn-ea"/>
              </a:rPr>
              <a:t>GPU</a:t>
            </a:r>
            <a:r>
              <a:rPr lang="zh-CN" altLang="en-US" sz="1600" dirty="0">
                <a:latin typeface="微软雅黑" panose="020B0503020204020204" charset="-122"/>
                <a:ea typeface="微软雅黑" panose="020B0503020204020204" charset="-122"/>
                <a:cs typeface="微软雅黑" panose="020B0503020204020204" charset="-122"/>
                <a:sym typeface="+mn-ea"/>
              </a:rPr>
              <a:t>显存</a:t>
            </a:r>
            <a:r>
              <a:rPr lang="en-US" altLang="zh-CN" sz="1600" dirty="0">
                <a:latin typeface="微软雅黑" panose="020B0503020204020204" charset="-122"/>
                <a:ea typeface="微软雅黑" panose="020B0503020204020204" charset="-122"/>
                <a:cs typeface="微软雅黑" panose="020B0503020204020204" charset="-122"/>
                <a:sym typeface="+mn-ea"/>
              </a:rPr>
              <a:t>/DRAM</a:t>
            </a:r>
            <a:r>
              <a:rPr lang="zh-CN" altLang="en-US" sz="1600" dirty="0">
                <a:latin typeface="微软雅黑" panose="020B0503020204020204" charset="-122"/>
                <a:ea typeface="微软雅黑" panose="020B0503020204020204" charset="-122"/>
                <a:cs typeface="微软雅黑" panose="020B0503020204020204" charset="-122"/>
                <a:sym typeface="+mn-ea"/>
              </a:rPr>
              <a:t>中，采用虚拟页表管理的方式进行分配和回收虚拟页，由推理引擎的</a:t>
            </a:r>
            <a:r>
              <a:rPr lang="en-US" altLang="zh-CN" sz="1600" dirty="0">
                <a:latin typeface="微软雅黑" panose="020B0503020204020204" charset="-122"/>
                <a:ea typeface="微软雅黑" panose="020B0503020204020204" charset="-122"/>
                <a:cs typeface="微软雅黑" panose="020B0503020204020204" charset="-122"/>
                <a:sym typeface="+mn-ea"/>
              </a:rPr>
              <a:t>Cache</a:t>
            </a:r>
            <a:r>
              <a:rPr lang="zh-CN" altLang="en-US" sz="1600" dirty="0">
                <a:latin typeface="微软雅黑" panose="020B0503020204020204" charset="-122"/>
                <a:ea typeface="微软雅黑" panose="020B0503020204020204" charset="-122"/>
                <a:cs typeface="微软雅黑" panose="020B0503020204020204" charset="-122"/>
                <a:sym typeface="+mn-ea"/>
              </a:rPr>
              <a:t>管理器管理；</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3 </a:t>
            </a:r>
            <a:r>
              <a:rPr lang="zh-CN" altLang="en-US" sz="1600" dirty="0">
                <a:latin typeface="微软雅黑" panose="020B0503020204020204" charset="-122"/>
                <a:ea typeface="微软雅黑" panose="020B0503020204020204" charset="-122"/>
                <a:cs typeface="微软雅黑" panose="020B0503020204020204" charset="-122"/>
                <a:sym typeface="+mn-ea"/>
              </a:rPr>
              <a:t>低频数据：低频访问的显存块下刷到外部存储，将多个</a:t>
            </a:r>
            <a:r>
              <a:rPr lang="en-US" altLang="zh-CN" sz="1600" dirty="0">
                <a:latin typeface="微软雅黑" panose="020B0503020204020204" charset="-122"/>
                <a:ea typeface="微软雅黑" panose="020B0503020204020204" charset="-122"/>
                <a:cs typeface="微软雅黑" panose="020B0503020204020204" charset="-122"/>
                <a:sym typeface="+mn-ea"/>
              </a:rPr>
              <a:t>KV</a:t>
            </a:r>
            <a:r>
              <a:rPr lang="zh-CN" altLang="en-US" sz="1600" dirty="0">
                <a:latin typeface="微软雅黑" panose="020B0503020204020204" charset="-122"/>
                <a:ea typeface="微软雅黑" panose="020B0503020204020204" charset="-122"/>
                <a:cs typeface="微软雅黑" panose="020B0503020204020204" charset="-122"/>
                <a:sym typeface="+mn-ea"/>
              </a:rPr>
              <a:t>矩阵合并，以</a:t>
            </a:r>
            <a:r>
              <a:rPr lang="en-US" altLang="zh-CN" sz="1600" dirty="0">
                <a:latin typeface="微软雅黑" panose="020B0503020204020204" charset="-122"/>
                <a:ea typeface="微软雅黑" panose="020B0503020204020204" charset="-122"/>
                <a:cs typeface="微软雅黑" panose="020B0503020204020204" charset="-122"/>
                <a:sym typeface="+mn-ea"/>
              </a:rPr>
              <a:t>16-256 tokens/</a:t>
            </a:r>
            <a:r>
              <a:rPr lang="zh-CN" altLang="en-US" sz="1600" dirty="0">
                <a:latin typeface="微软雅黑" panose="020B0503020204020204" charset="-122"/>
                <a:ea typeface="微软雅黑" panose="020B0503020204020204" charset="-122"/>
                <a:cs typeface="微软雅黑" panose="020B0503020204020204" charset="-122"/>
                <a:sym typeface="+mn-ea"/>
              </a:rPr>
              <a:t>块，组织单个或多个大块并发下刷，索引按照前缀索引</a:t>
            </a:r>
            <a:r>
              <a:rPr lang="en-US" altLang="zh-CN" sz="1600" dirty="0">
                <a:latin typeface="微软雅黑" panose="020B0503020204020204" charset="-122"/>
                <a:ea typeface="微软雅黑" panose="020B0503020204020204" charset="-122"/>
                <a:cs typeface="微软雅黑" panose="020B0503020204020204" charset="-122"/>
                <a:sym typeface="+mn-ea"/>
              </a:rPr>
              <a:t>&amp;</a:t>
            </a:r>
            <a:r>
              <a:rPr lang="zh-CN" altLang="en-US" sz="1600" dirty="0">
                <a:latin typeface="微软雅黑" panose="020B0503020204020204" charset="-122"/>
                <a:ea typeface="微软雅黑" panose="020B0503020204020204" charset="-122"/>
                <a:cs typeface="微软雅黑" panose="020B0503020204020204" charset="-122"/>
                <a:sym typeface="+mn-ea"/>
              </a:rPr>
              <a:t>块</a:t>
            </a:r>
            <a:r>
              <a:rPr lang="en-US" altLang="zh-CN" sz="1600" dirty="0">
                <a:latin typeface="微软雅黑" panose="020B0503020204020204" charset="-122"/>
                <a:ea typeface="微软雅黑" panose="020B0503020204020204" charset="-122"/>
                <a:cs typeface="微软雅黑" panose="020B0503020204020204" charset="-122"/>
                <a:sym typeface="+mn-ea"/>
              </a:rPr>
              <a:t>hash</a:t>
            </a:r>
            <a:r>
              <a:rPr lang="zh-CN" altLang="en-US" sz="1600" dirty="0">
                <a:latin typeface="微软雅黑" panose="020B0503020204020204" charset="-122"/>
                <a:ea typeface="微软雅黑" panose="020B0503020204020204" charset="-122"/>
                <a:cs typeface="微软雅黑" panose="020B0503020204020204" charset="-122"/>
                <a:sym typeface="+mn-ea"/>
              </a:rPr>
              <a:t>的索引方式，由推理引擎的</a:t>
            </a:r>
            <a:r>
              <a:rPr lang="en-US" altLang="zh-CN" sz="1600" dirty="0">
                <a:latin typeface="微软雅黑" panose="020B0503020204020204" charset="-122"/>
                <a:ea typeface="微软雅黑" panose="020B0503020204020204" charset="-122"/>
                <a:cs typeface="微软雅黑" panose="020B0503020204020204" charset="-122"/>
                <a:sym typeface="+mn-ea"/>
              </a:rPr>
              <a:t>Cache</a:t>
            </a:r>
            <a:r>
              <a:rPr lang="zh-CN" altLang="en-US" sz="1600" dirty="0">
                <a:latin typeface="微软雅黑" panose="020B0503020204020204" charset="-122"/>
                <a:ea typeface="微软雅黑" panose="020B0503020204020204" charset="-122"/>
                <a:cs typeface="微软雅黑" panose="020B0503020204020204" charset="-122"/>
                <a:sym typeface="+mn-ea"/>
              </a:rPr>
              <a:t>管理器管理；</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4 </a:t>
            </a:r>
            <a:r>
              <a:rPr lang="zh-CN" altLang="en-US" sz="1600" dirty="0">
                <a:latin typeface="微软雅黑" panose="020B0503020204020204" charset="-122"/>
                <a:ea typeface="微软雅黑" panose="020B0503020204020204" charset="-122"/>
                <a:cs typeface="微软雅黑" panose="020B0503020204020204" charset="-122"/>
                <a:sym typeface="+mn-ea"/>
              </a:rPr>
              <a:t>数据预取：大量不同或相同文件的预取，分别取到不同的服务器或</a:t>
            </a:r>
            <a:r>
              <a:rPr lang="en-US" altLang="zh-CN" sz="1600" dirty="0">
                <a:latin typeface="微软雅黑" panose="020B0503020204020204" charset="-122"/>
                <a:ea typeface="微软雅黑" panose="020B0503020204020204" charset="-122"/>
                <a:cs typeface="微软雅黑" panose="020B0503020204020204" charset="-122"/>
                <a:sym typeface="+mn-ea"/>
              </a:rPr>
              <a:t>GPU</a:t>
            </a:r>
            <a:r>
              <a:rPr lang="zh-CN" altLang="en-US" sz="1600" dirty="0">
                <a:latin typeface="微软雅黑" panose="020B0503020204020204" charset="-122"/>
                <a:ea typeface="微软雅黑" panose="020B0503020204020204" charset="-122"/>
                <a:cs typeface="微软雅黑" panose="020B0503020204020204" charset="-122"/>
                <a:sym typeface="+mn-ea"/>
              </a:rPr>
              <a:t>显存中</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graphicFrame>
        <p:nvGraphicFramePr>
          <p:cNvPr id="6" name="表格 5"/>
          <p:cNvGraphicFramePr>
            <a:graphicFrameLocks noGrp="1"/>
          </p:cNvGraphicFramePr>
          <p:nvPr>
            <p:custDataLst>
              <p:tags r:id="rId1"/>
            </p:custDataLst>
          </p:nvPr>
        </p:nvGraphicFramePr>
        <p:xfrm>
          <a:off x="382905" y="3585210"/>
          <a:ext cx="5642610" cy="2804160"/>
        </p:xfrm>
        <a:graphic>
          <a:graphicData uri="http://schemas.openxmlformats.org/drawingml/2006/table">
            <a:tbl>
              <a:tblPr firstRow="1" bandRow="1">
                <a:tableStyleId>{5C22544A-7EE6-4342-B048-85BDC9FD1C3A}</a:tableStyleId>
              </a:tblPr>
              <a:tblGrid>
                <a:gridCol w="1410335"/>
                <a:gridCol w="1410970"/>
                <a:gridCol w="1410335"/>
                <a:gridCol w="1410970"/>
              </a:tblGrid>
              <a:tr h="467360">
                <a:tc>
                  <a:txBody>
                    <a:bodyPr/>
                    <a:lstStyle/>
                    <a:p>
                      <a:r>
                        <a:rPr lang="en-US" altLang="zh-CN" sz="1600" dirty="0">
                          <a:latin typeface="微软雅黑" panose="020B0503020204020204" charset="-122"/>
                          <a:ea typeface="微软雅黑" panose="020B0503020204020204" charset="-122"/>
                        </a:rPr>
                        <a:t>IO</a:t>
                      </a:r>
                      <a:r>
                        <a:rPr lang="zh-CN" altLang="en-US" sz="1600" dirty="0">
                          <a:latin typeface="微软雅黑" panose="020B0503020204020204" charset="-122"/>
                          <a:ea typeface="微软雅黑" panose="020B0503020204020204" charset="-122"/>
                        </a:rPr>
                        <a:t>类型</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IO</a:t>
                      </a:r>
                      <a:r>
                        <a:rPr lang="zh-CN" altLang="en-US" sz="1600" dirty="0">
                          <a:latin typeface="微软雅黑" panose="020B0503020204020204" charset="-122"/>
                          <a:ea typeface="微软雅黑" panose="020B0503020204020204" charset="-122"/>
                        </a:rPr>
                        <a:t>顺序</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IO</a:t>
                      </a:r>
                      <a:r>
                        <a:rPr lang="zh-CN" altLang="en-US" sz="1600" dirty="0">
                          <a:latin typeface="微软雅黑" panose="020B0503020204020204" charset="-122"/>
                          <a:ea typeface="微软雅黑" panose="020B0503020204020204" charset="-122"/>
                        </a:rPr>
                        <a:t>大小</a:t>
                      </a:r>
                      <a:endParaRPr lang="zh-CN" altLang="en-US" sz="1600" dirty="0">
                        <a:latin typeface="微软雅黑" panose="020B0503020204020204" charset="-122"/>
                        <a:ea typeface="微软雅黑" panose="020B0503020204020204" charset="-122"/>
                      </a:endParaRPr>
                    </a:p>
                  </a:txBody>
                  <a:tcPr anchor="ctr"/>
                </a:tc>
                <a:tc>
                  <a:txBody>
                    <a:bodyPr/>
                    <a:lstStyle/>
                    <a:p>
                      <a:r>
                        <a:rPr lang="zh-CN" altLang="en-US" sz="1600" dirty="0">
                          <a:latin typeface="微软雅黑" panose="020B0503020204020204" charset="-122"/>
                          <a:ea typeface="微软雅黑" panose="020B0503020204020204" charset="-122"/>
                        </a:rPr>
                        <a:t>占比</a:t>
                      </a:r>
                      <a:endParaRPr lang="zh-CN" altLang="en-US" sz="1600" dirty="0">
                        <a:latin typeface="微软雅黑" panose="020B0503020204020204" charset="-122"/>
                        <a:ea typeface="微软雅黑" panose="020B0503020204020204" charset="-122"/>
                      </a:endParaRPr>
                    </a:p>
                  </a:txBody>
                  <a:tcPr anchor="ctr"/>
                </a:tc>
              </a:tr>
              <a:tr h="467360">
                <a:tc>
                  <a:txBody>
                    <a:bodyPr/>
                    <a:lstStyle/>
                    <a:p>
                      <a:r>
                        <a:rPr lang="zh-CN" altLang="en-US" sz="1600" dirty="0">
                          <a:latin typeface="微软雅黑" panose="020B0503020204020204" charset="-122"/>
                          <a:ea typeface="微软雅黑" panose="020B0503020204020204" charset="-122"/>
                        </a:rPr>
                        <a:t>读</a:t>
                      </a:r>
                      <a:endParaRPr lang="zh-CN" altLang="en-US" sz="1600" dirty="0">
                        <a:latin typeface="微软雅黑" panose="020B0503020204020204" charset="-122"/>
                        <a:ea typeface="微软雅黑" panose="020B0503020204020204" charset="-122"/>
                      </a:endParaRPr>
                    </a:p>
                  </a:txBody>
                  <a:tcPr anchor="ctr"/>
                </a:tc>
                <a:tc>
                  <a:txBody>
                    <a:bodyPr/>
                    <a:lstStyle/>
                    <a:p>
                      <a:r>
                        <a:rPr lang="zh-CN" altLang="en-US" sz="1600" dirty="0">
                          <a:latin typeface="微软雅黑" panose="020B0503020204020204" charset="-122"/>
                          <a:ea typeface="微软雅黑" panose="020B0503020204020204" charset="-122"/>
                        </a:rPr>
                        <a:t>随机</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1M</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20%</a:t>
                      </a:r>
                      <a:endParaRPr lang="zh-CN" altLang="en-US" sz="1600" dirty="0">
                        <a:latin typeface="微软雅黑" panose="020B0503020204020204" charset="-122"/>
                        <a:ea typeface="微软雅黑" panose="020B0503020204020204" charset="-122"/>
                      </a:endParaRPr>
                    </a:p>
                  </a:txBody>
                  <a:tcPr anchor="ctr"/>
                </a:tc>
              </a:tr>
              <a:tr h="467360">
                <a:tc>
                  <a:txBody>
                    <a:bodyPr/>
                    <a:lstStyle/>
                    <a:p>
                      <a:r>
                        <a:rPr lang="zh-CN" altLang="en-US" sz="1600" dirty="0">
                          <a:latin typeface="微软雅黑" panose="020B0503020204020204" charset="-122"/>
                          <a:ea typeface="微软雅黑" panose="020B0503020204020204" charset="-122"/>
                        </a:rPr>
                        <a:t>读</a:t>
                      </a:r>
                      <a:endParaRPr lang="zh-CN" altLang="en-US" sz="1600" dirty="0">
                        <a:latin typeface="微软雅黑" panose="020B0503020204020204" charset="-122"/>
                        <a:ea typeface="微软雅黑" panose="020B0503020204020204" charset="-122"/>
                      </a:endParaRPr>
                    </a:p>
                  </a:txBody>
                  <a:tcPr anchor="ctr"/>
                </a:tc>
                <a:tc>
                  <a:txBody>
                    <a:bodyPr/>
                    <a:lstStyle/>
                    <a:p>
                      <a:r>
                        <a:rPr lang="zh-CN" altLang="en-US" sz="1600" dirty="0">
                          <a:latin typeface="微软雅黑" panose="020B0503020204020204" charset="-122"/>
                          <a:ea typeface="微软雅黑" panose="020B0503020204020204" charset="-122"/>
                        </a:rPr>
                        <a:t>随机</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256KB</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10%</a:t>
                      </a:r>
                      <a:endParaRPr lang="zh-CN" altLang="en-US" sz="1600" dirty="0">
                        <a:latin typeface="微软雅黑" panose="020B0503020204020204" charset="-122"/>
                        <a:ea typeface="微软雅黑" panose="020B0503020204020204" charset="-122"/>
                      </a:endParaRPr>
                    </a:p>
                  </a:txBody>
                  <a:tcPr anchor="ctr"/>
                </a:tc>
              </a:tr>
              <a:tr h="467360">
                <a:tc>
                  <a:txBody>
                    <a:bodyPr/>
                    <a:lstStyle/>
                    <a:p>
                      <a:r>
                        <a:rPr lang="zh-CN" altLang="en-US" sz="1600" dirty="0">
                          <a:latin typeface="微软雅黑" panose="020B0503020204020204" charset="-122"/>
                          <a:ea typeface="微软雅黑" panose="020B0503020204020204" charset="-122"/>
                        </a:rPr>
                        <a:t>读</a:t>
                      </a:r>
                      <a:endParaRPr lang="zh-CN" altLang="en-US" sz="1600" dirty="0">
                        <a:latin typeface="微软雅黑" panose="020B0503020204020204" charset="-122"/>
                        <a:ea typeface="微软雅黑" panose="020B0503020204020204" charset="-122"/>
                      </a:endParaRPr>
                    </a:p>
                  </a:txBody>
                  <a:tcPr anchor="ctr"/>
                </a:tc>
                <a:tc>
                  <a:txBody>
                    <a:bodyPr/>
                    <a:lstStyle/>
                    <a:p>
                      <a:r>
                        <a:rPr lang="zh-CN" altLang="en-US" sz="1600" dirty="0">
                          <a:latin typeface="微软雅黑" panose="020B0503020204020204" charset="-122"/>
                          <a:ea typeface="微软雅黑" panose="020B0503020204020204" charset="-122"/>
                          <a:sym typeface="+mn-ea"/>
                        </a:rPr>
                        <a:t>随机</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512KB</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20%</a:t>
                      </a:r>
                      <a:endParaRPr lang="zh-CN" altLang="en-US" sz="1600" dirty="0">
                        <a:latin typeface="微软雅黑" panose="020B0503020204020204" charset="-122"/>
                        <a:ea typeface="微软雅黑" panose="020B0503020204020204" charset="-122"/>
                      </a:endParaRPr>
                    </a:p>
                  </a:txBody>
                  <a:tcPr anchor="ctr"/>
                </a:tc>
              </a:tr>
              <a:tr h="467360">
                <a:tc>
                  <a:txBody>
                    <a:bodyPr/>
                    <a:lstStyle/>
                    <a:p>
                      <a:r>
                        <a:rPr lang="zh-CN" altLang="en-US" sz="1600" dirty="0">
                          <a:latin typeface="微软雅黑" panose="020B0503020204020204" charset="-122"/>
                          <a:ea typeface="微软雅黑" panose="020B0503020204020204" charset="-122"/>
                        </a:rPr>
                        <a:t>读</a:t>
                      </a:r>
                      <a:endParaRPr lang="zh-CN" altLang="en-US" sz="1600" dirty="0">
                        <a:latin typeface="微软雅黑" panose="020B0503020204020204" charset="-122"/>
                        <a:ea typeface="微软雅黑" panose="020B0503020204020204" charset="-122"/>
                      </a:endParaRPr>
                    </a:p>
                  </a:txBody>
                  <a:tcPr anchor="ctr"/>
                </a:tc>
                <a:tc>
                  <a:txBody>
                    <a:bodyPr/>
                    <a:lstStyle/>
                    <a:p>
                      <a:r>
                        <a:rPr lang="zh-CN" altLang="en-US" sz="1600" dirty="0">
                          <a:latin typeface="微软雅黑" panose="020B0503020204020204" charset="-122"/>
                          <a:ea typeface="微软雅黑" panose="020B0503020204020204" charset="-122"/>
                        </a:rPr>
                        <a:t>顺序</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1M</a:t>
                      </a:r>
                      <a:endParaRPr lang="en-US" altLang="zh-CN"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30%</a:t>
                      </a:r>
                      <a:endParaRPr lang="zh-CN" altLang="en-US" sz="1600" dirty="0">
                        <a:latin typeface="微软雅黑" panose="020B0503020204020204" charset="-122"/>
                        <a:ea typeface="微软雅黑" panose="020B0503020204020204" charset="-122"/>
                      </a:endParaRPr>
                    </a:p>
                  </a:txBody>
                  <a:tcPr anchor="ctr"/>
                </a:tc>
              </a:tr>
              <a:tr h="467360">
                <a:tc>
                  <a:txBody>
                    <a:bodyPr/>
                    <a:lstStyle/>
                    <a:p>
                      <a:r>
                        <a:rPr lang="zh-CN" altLang="en-US" sz="1600" dirty="0">
                          <a:latin typeface="微软雅黑" panose="020B0503020204020204" charset="-122"/>
                          <a:ea typeface="微软雅黑" panose="020B0503020204020204" charset="-122"/>
                        </a:rPr>
                        <a:t>写</a:t>
                      </a:r>
                      <a:endParaRPr lang="zh-CN" altLang="en-US" sz="1600" dirty="0">
                        <a:latin typeface="微软雅黑" panose="020B0503020204020204" charset="-122"/>
                        <a:ea typeface="微软雅黑" panose="020B0503020204020204" charset="-122"/>
                      </a:endParaRPr>
                    </a:p>
                  </a:txBody>
                  <a:tcPr anchor="ctr"/>
                </a:tc>
                <a:tc>
                  <a:txBody>
                    <a:bodyPr/>
                    <a:lstStyle/>
                    <a:p>
                      <a:r>
                        <a:rPr lang="zh-CN" altLang="en-US" sz="1600" dirty="0">
                          <a:latin typeface="微软雅黑" panose="020B0503020204020204" charset="-122"/>
                          <a:ea typeface="微软雅黑" panose="020B0503020204020204" charset="-122"/>
                        </a:rPr>
                        <a:t>顺序</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1M</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20%</a:t>
                      </a:r>
                      <a:endParaRPr lang="zh-CN" altLang="en-US" sz="1600" dirty="0">
                        <a:latin typeface="微软雅黑" panose="020B0503020204020204" charset="-122"/>
                        <a:ea typeface="微软雅黑" panose="020B0503020204020204" charset="-122"/>
                      </a:endParaRPr>
                    </a:p>
                  </a:txBody>
                  <a:tcPr anchor="ctr"/>
                </a:tc>
              </a:tr>
            </a:tbl>
          </a:graphicData>
        </a:graphic>
      </p:graphicFrame>
      <p:sp>
        <p:nvSpPr>
          <p:cNvPr id="8" name="文本框 7"/>
          <p:cNvSpPr txBox="1"/>
          <p:nvPr/>
        </p:nvSpPr>
        <p:spPr>
          <a:xfrm>
            <a:off x="382905" y="3224367"/>
            <a:ext cx="5284492" cy="275590"/>
          </a:xfrm>
          <a:prstGeom prst="rect">
            <a:avLst/>
          </a:prstGeom>
          <a:noFill/>
        </p:spPr>
        <p:txBody>
          <a:bodyPr wrap="square">
            <a:spAutoFit/>
          </a:bodyPr>
          <a:lstStyle/>
          <a:p>
            <a:r>
              <a:rPr lang="zh-CN" altLang="en-US" sz="1200" b="0" i="0" u="none" strike="noStrike" baseline="0" dirty="0">
                <a:solidFill>
                  <a:srgbClr val="000000"/>
                </a:solidFill>
                <a:latin typeface="微软雅黑" panose="020B0503020204020204" charset="-122"/>
                <a:ea typeface="微软雅黑" panose="020B0503020204020204" charset="-122"/>
              </a:rPr>
              <a:t>通过对这些操作的</a:t>
            </a:r>
            <a:r>
              <a:rPr lang="en-US" altLang="zh-CN" sz="1200" b="0" i="0" u="none" strike="noStrike" baseline="0" dirty="0">
                <a:solidFill>
                  <a:srgbClr val="000000"/>
                </a:solidFill>
                <a:latin typeface="微软雅黑" panose="020B0503020204020204" charset="-122"/>
                <a:ea typeface="微软雅黑" panose="020B0503020204020204" charset="-122"/>
              </a:rPr>
              <a:t>IO</a:t>
            </a:r>
            <a:r>
              <a:rPr lang="zh-CN" altLang="en-US" sz="1200" b="0" i="0" u="none" strike="noStrike" baseline="0" dirty="0">
                <a:solidFill>
                  <a:srgbClr val="000000"/>
                </a:solidFill>
                <a:latin typeface="微软雅黑" panose="020B0503020204020204" charset="-122"/>
                <a:ea typeface="微软雅黑" panose="020B0503020204020204" charset="-122"/>
              </a:rPr>
              <a:t>行为分析，这些操作可以用如下</a:t>
            </a:r>
            <a:r>
              <a:rPr lang="en-US" altLang="zh-CN" sz="1200" b="0" i="0" u="none" strike="noStrike" baseline="0" dirty="0">
                <a:solidFill>
                  <a:srgbClr val="000000"/>
                </a:solidFill>
                <a:latin typeface="微软雅黑" panose="020B0503020204020204" charset="-122"/>
                <a:ea typeface="微软雅黑" panose="020B0503020204020204" charset="-122"/>
              </a:rPr>
              <a:t>IO</a:t>
            </a:r>
            <a:r>
              <a:rPr lang="zh-CN" altLang="en-US" sz="1200" b="0" i="0" u="none" strike="noStrike" baseline="0" dirty="0">
                <a:solidFill>
                  <a:srgbClr val="000000"/>
                </a:solidFill>
                <a:latin typeface="微软雅黑" panose="020B0503020204020204" charset="-122"/>
                <a:ea typeface="微软雅黑" panose="020B0503020204020204" charset="-122"/>
              </a:rPr>
              <a:t>行为来模拟</a:t>
            </a:r>
            <a:endParaRPr lang="zh-CN" altLang="en-US" sz="1200" dirty="0"/>
          </a:p>
        </p:txBody>
      </p:sp>
      <p:graphicFrame>
        <p:nvGraphicFramePr>
          <p:cNvPr id="11" name="表格 10"/>
          <p:cNvGraphicFramePr>
            <a:graphicFrameLocks noGrp="1"/>
          </p:cNvGraphicFramePr>
          <p:nvPr/>
        </p:nvGraphicFramePr>
        <p:xfrm>
          <a:off x="6526346" y="3594826"/>
          <a:ext cx="4819208" cy="2794566"/>
        </p:xfrm>
        <a:graphic>
          <a:graphicData uri="http://schemas.openxmlformats.org/drawingml/2006/table">
            <a:tbl>
              <a:tblPr firstRow="1" bandRow="1">
                <a:tableStyleId>{5C22544A-7EE6-4342-B048-85BDC9FD1C3A}</a:tableStyleId>
              </a:tblPr>
              <a:tblGrid>
                <a:gridCol w="2409604"/>
                <a:gridCol w="2409604"/>
              </a:tblGrid>
              <a:tr h="447606">
                <a:tc>
                  <a:txBody>
                    <a:bodyPr/>
                    <a:lstStyle/>
                    <a:p>
                      <a:pPr algn="ctr"/>
                      <a:r>
                        <a:rPr lang="zh-CN" altLang="en-US" sz="1600" dirty="0">
                          <a:latin typeface="微软雅黑" panose="020B0503020204020204" charset="-122"/>
                          <a:ea typeface="微软雅黑" panose="020B0503020204020204" charset="-122"/>
                        </a:rPr>
                        <a:t>文件大小</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zh-CN" altLang="en-US" sz="1600" dirty="0">
                          <a:latin typeface="微软雅黑" panose="020B0503020204020204" charset="-122"/>
                          <a:ea typeface="微软雅黑" panose="020B0503020204020204" charset="-122"/>
                        </a:rPr>
                        <a:t>文件数量占比</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256 KB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5</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1 MB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10</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8 MB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10</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64 MB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10</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128 MB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30</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256 MB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30</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highlight>
                            <a:srgbClr val="FFFF00"/>
                          </a:highlight>
                          <a:latin typeface="微软雅黑" panose="020B0503020204020204" charset="-122"/>
                          <a:ea typeface="微软雅黑" panose="020B0503020204020204" charset="-122"/>
                        </a:rPr>
                        <a:t>1 GB</a:t>
                      </a:r>
                      <a:r>
                        <a:rPr lang="zh-CN" altLang="en-US" sz="1600" dirty="0">
                          <a:highlight>
                            <a:srgbClr val="FFFF00"/>
                          </a:highlight>
                          <a:latin typeface="微软雅黑" panose="020B0503020204020204" charset="-122"/>
                          <a:ea typeface="微软雅黑" panose="020B0503020204020204" charset="-122"/>
                        </a:rPr>
                        <a:t>（比例要高）</a:t>
                      </a:r>
                      <a:endParaRPr lang="zh-CN" altLang="en-US" sz="1600" dirty="0">
                        <a:highlight>
                          <a:srgbClr val="FFFF00"/>
                        </a:highlight>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5</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bl>
          </a:graphicData>
        </a:graphic>
      </p:graphicFrame>
      <p:sp>
        <p:nvSpPr>
          <p:cNvPr id="7" name="文本框 6"/>
          <p:cNvSpPr txBox="1"/>
          <p:nvPr/>
        </p:nvSpPr>
        <p:spPr>
          <a:xfrm>
            <a:off x="1052341" y="69924"/>
            <a:ext cx="9697720" cy="2837215"/>
          </a:xfrm>
          <a:prstGeom prst="rect">
            <a:avLst/>
          </a:prstGeom>
          <a:solidFill>
            <a:srgbClr val="FFC000"/>
          </a:solidFill>
        </p:spPr>
        <p:txBody>
          <a:bodyPr wrap="square" rtlCol="0" anchor="t">
            <a:noAutofit/>
          </a:bodyPr>
          <a:lstStyle/>
          <a:p>
            <a:pPr fontAlgn="auto"/>
            <a:r>
              <a:rPr lang="en-US" altLang="zh-CN" sz="1400" dirty="0">
                <a:latin typeface="微软雅黑" panose="020B0503020204020204" charset="-122"/>
                <a:ea typeface="微软雅黑" panose="020B0503020204020204" charset="-122"/>
                <a:cs typeface="微软雅黑" panose="020B0503020204020204" charset="-122"/>
                <a:sym typeface="+mn-ea"/>
              </a:rPr>
              <a:t>1</a:t>
            </a:r>
            <a:r>
              <a:rPr lang="zh-CN" altLang="en-US" sz="1400" dirty="0">
                <a:latin typeface="微软雅黑" panose="020B0503020204020204" charset="-122"/>
                <a:ea typeface="微软雅黑" panose="020B0503020204020204" charset="-122"/>
                <a:cs typeface="微软雅黑" panose="020B0503020204020204" charset="-122"/>
                <a:sym typeface="+mn-ea"/>
              </a:rPr>
              <a:t>、</a:t>
            </a:r>
            <a:r>
              <a:rPr lang="en-US" altLang="zh-CN" sz="1400" dirty="0">
                <a:latin typeface="微软雅黑" panose="020B0503020204020204" charset="-122"/>
                <a:ea typeface="微软雅黑" panose="020B0503020204020204" charset="-122"/>
                <a:cs typeface="微软雅黑" panose="020B0503020204020204" charset="-122"/>
                <a:sym typeface="+mn-ea"/>
              </a:rPr>
              <a:t>0.2*16=3.2MB</a:t>
            </a:r>
            <a:r>
              <a:rPr lang="zh-CN" altLang="en-US" sz="1400" dirty="0">
                <a:latin typeface="微软雅黑" panose="020B0503020204020204" charset="-122"/>
                <a:ea typeface="微软雅黑" panose="020B0503020204020204" charset="-122"/>
                <a:cs typeface="微软雅黑" panose="020B0503020204020204" charset="-122"/>
                <a:sym typeface="+mn-ea"/>
              </a:rPr>
              <a:t>，对应的下刷方式？不同的</a:t>
            </a:r>
            <a:r>
              <a:rPr lang="en-US" altLang="zh-CN" sz="1400" dirty="0">
                <a:latin typeface="微软雅黑" panose="020B0503020204020204" charset="-122"/>
                <a:ea typeface="微软雅黑" panose="020B0503020204020204" charset="-122"/>
                <a:cs typeface="微软雅黑" panose="020B0503020204020204" charset="-122"/>
                <a:sym typeface="+mn-ea"/>
              </a:rPr>
              <a:t>VLLM</a:t>
            </a:r>
            <a:r>
              <a:rPr lang="zh-CN" altLang="en-US" sz="1400" dirty="0">
                <a:latin typeface="微软雅黑" panose="020B0503020204020204" charset="-122"/>
                <a:ea typeface="微软雅黑" panose="020B0503020204020204" charset="-122"/>
                <a:cs typeface="微软雅黑" panose="020B0503020204020204" charset="-122"/>
                <a:sym typeface="+mn-ea"/>
              </a:rPr>
              <a:t>可以配置、可调整，已知典型</a:t>
            </a:r>
            <a:r>
              <a:rPr lang="en-US" altLang="zh-CN" sz="1400" dirty="0">
                <a:latin typeface="微软雅黑" panose="020B0503020204020204" charset="-122"/>
                <a:ea typeface="微软雅黑" panose="020B0503020204020204" charset="-122"/>
                <a:cs typeface="微软雅黑" panose="020B0503020204020204" charset="-122"/>
                <a:sym typeface="+mn-ea"/>
              </a:rPr>
              <a:t>XX</a:t>
            </a:r>
            <a:r>
              <a:rPr lang="zh-CN" altLang="en-US" sz="1400" dirty="0">
                <a:latin typeface="微软雅黑" panose="020B0503020204020204" charset="-122"/>
                <a:ea typeface="微软雅黑" panose="020B0503020204020204" charset="-122"/>
                <a:cs typeface="微软雅黑" panose="020B0503020204020204" charset="-122"/>
                <a:sym typeface="+mn-ea"/>
              </a:rPr>
              <a:t>场景为</a:t>
            </a:r>
            <a:r>
              <a:rPr lang="en-US" altLang="zh-CN" sz="1400" dirty="0">
                <a:latin typeface="微软雅黑" panose="020B0503020204020204" charset="-122"/>
                <a:ea typeface="微软雅黑" panose="020B0503020204020204" charset="-122"/>
                <a:cs typeface="微软雅黑" panose="020B0503020204020204" charset="-122"/>
                <a:sym typeface="+mn-ea"/>
              </a:rPr>
              <a:t>XX</a:t>
            </a:r>
            <a:r>
              <a:rPr lang="zh-CN" altLang="en-US" sz="1400" dirty="0">
                <a:latin typeface="微软雅黑" panose="020B0503020204020204" charset="-122"/>
                <a:ea typeface="微软雅黑" panose="020B0503020204020204" charset="-122"/>
                <a:cs typeface="微软雅黑" panose="020B0503020204020204" charset="-122"/>
                <a:sym typeface="+mn-ea"/>
              </a:rPr>
              <a:t>大小。</a:t>
            </a:r>
            <a:r>
              <a:rPr lang="en-US" altLang="zh-CN" sz="1400" dirty="0">
                <a:latin typeface="微软雅黑" panose="020B0503020204020204" charset="-122"/>
                <a:ea typeface="微软雅黑" panose="020B0503020204020204" charset="-122"/>
                <a:cs typeface="微软雅黑" panose="020B0503020204020204" charset="-122"/>
                <a:sym typeface="+mn-ea"/>
              </a:rPr>
              <a:t>【</a:t>
            </a:r>
            <a:r>
              <a:rPr lang="zh-CN" altLang="en-US" sz="1400" dirty="0">
                <a:latin typeface="微软雅黑" panose="020B0503020204020204" charset="-122"/>
                <a:ea typeface="微软雅黑" panose="020B0503020204020204" charset="-122"/>
                <a:cs typeface="微软雅黑" panose="020B0503020204020204" charset="-122"/>
                <a:sym typeface="+mn-ea"/>
              </a:rPr>
              <a:t>回答：</a:t>
            </a:r>
            <a:r>
              <a:rPr lang="zh-CN" altLang="en-US" sz="1400" b="1" dirty="0">
                <a:latin typeface="微软雅黑" panose="020B0503020204020204" charset="-122"/>
                <a:ea typeface="微软雅黑" panose="020B0503020204020204" charset="-122"/>
                <a:cs typeface="微软雅黑" panose="020B0503020204020204" charset="-122"/>
                <a:sym typeface="+mn-ea"/>
              </a:rPr>
              <a:t>与交大沟通；与</a:t>
            </a:r>
            <a:r>
              <a:rPr lang="en-US" altLang="zh-CN" sz="1400" b="1" dirty="0">
                <a:latin typeface="微软雅黑" panose="020B0503020204020204" charset="-122"/>
                <a:ea typeface="微软雅黑" panose="020B0503020204020204" charset="-122"/>
                <a:cs typeface="微软雅黑" panose="020B0503020204020204" charset="-122"/>
                <a:sym typeface="+mn-ea"/>
              </a:rPr>
              <a:t>SA</a:t>
            </a:r>
            <a:r>
              <a:rPr lang="zh-CN" altLang="en-US" sz="1400" b="1" dirty="0">
                <a:latin typeface="微软雅黑" panose="020B0503020204020204" charset="-122"/>
                <a:ea typeface="微软雅黑" panose="020B0503020204020204" charset="-122"/>
                <a:cs typeface="微软雅黑" panose="020B0503020204020204" charset="-122"/>
                <a:sym typeface="+mn-ea"/>
              </a:rPr>
              <a:t>沟通，找客户聊</a:t>
            </a:r>
            <a:r>
              <a:rPr lang="en-US" altLang="zh-CN" sz="1400" dirty="0">
                <a:latin typeface="微软雅黑" panose="020B0503020204020204" charset="-122"/>
                <a:ea typeface="微软雅黑" panose="020B0503020204020204" charset="-122"/>
                <a:cs typeface="微软雅黑" panose="020B0503020204020204" charset="-122"/>
                <a:sym typeface="+mn-ea"/>
              </a:rPr>
              <a:t>】</a:t>
            </a:r>
            <a:endParaRPr lang="en-US" altLang="zh-CN" sz="1400" dirty="0">
              <a:latin typeface="微软雅黑" panose="020B0503020204020204" charset="-122"/>
              <a:ea typeface="微软雅黑" panose="020B0503020204020204" charset="-122"/>
              <a:cs typeface="微软雅黑" panose="020B0503020204020204" charset="-122"/>
              <a:sym typeface="+mn-ea"/>
            </a:endParaRPr>
          </a:p>
          <a:p>
            <a:pPr fontAlgn="auto"/>
            <a:r>
              <a:rPr lang="en-US" altLang="zh-CN" sz="1400" dirty="0">
                <a:latin typeface="微软雅黑" panose="020B0503020204020204" charset="-122"/>
                <a:ea typeface="微软雅黑" panose="020B0503020204020204" charset="-122"/>
                <a:cs typeface="微软雅黑" panose="020B0503020204020204" charset="-122"/>
                <a:sym typeface="+mn-ea"/>
              </a:rPr>
              <a:t>2</a:t>
            </a:r>
            <a:r>
              <a:rPr lang="zh-CN" altLang="en-US" sz="1400" dirty="0">
                <a:latin typeface="微软雅黑" panose="020B0503020204020204" charset="-122"/>
                <a:ea typeface="微软雅黑" panose="020B0503020204020204" charset="-122"/>
                <a:cs typeface="微软雅黑" panose="020B0503020204020204" charset="-122"/>
                <a:sym typeface="+mn-ea"/>
              </a:rPr>
              <a:t>、由推理引擎的</a:t>
            </a:r>
            <a:r>
              <a:rPr lang="en-US" altLang="zh-CN" sz="1400" dirty="0">
                <a:latin typeface="微软雅黑" panose="020B0503020204020204" charset="-122"/>
                <a:ea typeface="微软雅黑" panose="020B0503020204020204" charset="-122"/>
                <a:cs typeface="微软雅黑" panose="020B0503020204020204" charset="-122"/>
                <a:sym typeface="+mn-ea"/>
              </a:rPr>
              <a:t>Cache</a:t>
            </a:r>
            <a:r>
              <a:rPr lang="zh-CN" altLang="en-US" sz="1400" dirty="0">
                <a:latin typeface="微软雅黑" panose="020B0503020204020204" charset="-122"/>
                <a:ea typeface="微软雅黑" panose="020B0503020204020204" charset="-122"/>
                <a:cs typeface="微软雅黑" panose="020B0503020204020204" charset="-122"/>
                <a:sym typeface="+mn-ea"/>
              </a:rPr>
              <a:t>管理器管理：对存储端的持久存储的操作方式？回答：</a:t>
            </a:r>
            <a:r>
              <a:rPr lang="zh-CN" altLang="en-US" sz="1400" b="1" dirty="0">
                <a:latin typeface="微软雅黑" panose="020B0503020204020204" charset="-122"/>
                <a:ea typeface="微软雅黑" panose="020B0503020204020204" charset="-122"/>
                <a:cs typeface="微软雅黑" panose="020B0503020204020204" charset="-122"/>
                <a:sym typeface="+mn-ea"/>
              </a:rPr>
              <a:t>已知的不能</a:t>
            </a:r>
            <a:r>
              <a:rPr lang="zh-CN" altLang="en-US" sz="1400" dirty="0">
                <a:latin typeface="微软雅黑" panose="020B0503020204020204" charset="-122"/>
                <a:ea typeface="微软雅黑" panose="020B0503020204020204" charset="-122"/>
                <a:cs typeface="微软雅黑" panose="020B0503020204020204" charset="-122"/>
                <a:sym typeface="+mn-ea"/>
              </a:rPr>
              <a:t>。</a:t>
            </a:r>
            <a:endParaRPr lang="en-US" altLang="zh-CN" sz="1400" dirty="0">
              <a:latin typeface="微软雅黑" panose="020B0503020204020204" charset="-122"/>
              <a:ea typeface="微软雅黑" panose="020B0503020204020204" charset="-122"/>
              <a:cs typeface="微软雅黑" panose="020B0503020204020204" charset="-122"/>
              <a:sym typeface="+mn-ea"/>
            </a:endParaRPr>
          </a:p>
          <a:p>
            <a:pPr fontAlgn="auto"/>
            <a:r>
              <a:rPr lang="en-US" altLang="zh-CN" sz="1400" dirty="0">
                <a:latin typeface="微软雅黑" panose="020B0503020204020204" charset="-122"/>
                <a:ea typeface="微软雅黑" panose="020B0503020204020204" charset="-122"/>
                <a:cs typeface="微软雅黑" panose="020B0503020204020204" charset="-122"/>
                <a:sym typeface="+mn-ea"/>
              </a:rPr>
              <a:t>3</a:t>
            </a:r>
            <a:r>
              <a:rPr lang="zh-CN" altLang="en-US" sz="1400" dirty="0">
                <a:latin typeface="微软雅黑" panose="020B0503020204020204" charset="-122"/>
                <a:ea typeface="微软雅黑" panose="020B0503020204020204" charset="-122"/>
                <a:cs typeface="微软雅黑" panose="020B0503020204020204" charset="-122"/>
                <a:sym typeface="+mn-ea"/>
              </a:rPr>
              <a:t>、组织单个或多个大块并发下刷：具体下刷模式？回答：按照时间策略等，老化后就下刷；下刷块大小，根据具体配置和应用可变，本项目需求分析中针对典型</a:t>
            </a:r>
            <a:r>
              <a:rPr lang="en-US" altLang="zh-CN" sz="1400" dirty="0">
                <a:latin typeface="微软雅黑" panose="020B0503020204020204" charset="-122"/>
                <a:ea typeface="微软雅黑" panose="020B0503020204020204" charset="-122"/>
                <a:cs typeface="微软雅黑" panose="020B0503020204020204" charset="-122"/>
                <a:sym typeface="+mn-ea"/>
              </a:rPr>
              <a:t>xx</a:t>
            </a:r>
            <a:r>
              <a:rPr lang="zh-CN" altLang="en-US" sz="1400" dirty="0">
                <a:latin typeface="微软雅黑" panose="020B0503020204020204" charset="-122"/>
                <a:ea typeface="微软雅黑" panose="020B0503020204020204" charset="-122"/>
                <a:cs typeface="微软雅黑" panose="020B0503020204020204" charset="-122"/>
                <a:sym typeface="+mn-ea"/>
              </a:rPr>
              <a:t>场景判断为</a:t>
            </a:r>
            <a:r>
              <a:rPr lang="en-US" altLang="zh-CN" sz="1400" dirty="0">
                <a:latin typeface="微软雅黑" panose="020B0503020204020204" charset="-122"/>
                <a:ea typeface="微软雅黑" panose="020B0503020204020204" charset="-122"/>
                <a:cs typeface="微软雅黑" panose="020B0503020204020204" charset="-122"/>
                <a:sym typeface="+mn-ea"/>
              </a:rPr>
              <a:t>xx</a:t>
            </a:r>
            <a:r>
              <a:rPr lang="zh-CN" altLang="en-US" sz="1400" dirty="0">
                <a:latin typeface="微软雅黑" panose="020B0503020204020204" charset="-122"/>
                <a:ea typeface="微软雅黑" panose="020B0503020204020204" charset="-122"/>
                <a:cs typeface="微软雅黑" panose="020B0503020204020204" charset="-122"/>
                <a:sym typeface="+mn-ea"/>
              </a:rPr>
              <a:t>大小（回答：</a:t>
            </a:r>
            <a:r>
              <a:rPr lang="zh-CN" altLang="en-US" sz="1400" b="1" dirty="0">
                <a:latin typeface="微软雅黑" panose="020B0503020204020204" charset="-122"/>
                <a:ea typeface="微软雅黑" panose="020B0503020204020204" charset="-122"/>
                <a:cs typeface="微软雅黑" panose="020B0503020204020204" charset="-122"/>
                <a:sym typeface="+mn-ea"/>
              </a:rPr>
              <a:t>待进一步调研给出</a:t>
            </a:r>
            <a:r>
              <a:rPr lang="zh-CN" altLang="en-US" sz="1400" dirty="0">
                <a:latin typeface="微软雅黑" panose="020B0503020204020204" charset="-122"/>
                <a:ea typeface="微软雅黑" panose="020B0503020204020204" charset="-122"/>
                <a:cs typeface="微软雅黑" panose="020B0503020204020204" charset="-122"/>
                <a:sym typeface="+mn-ea"/>
              </a:rPr>
              <a:t>）。</a:t>
            </a:r>
            <a:endParaRPr lang="en-US" altLang="zh-CN" sz="1400" dirty="0">
              <a:latin typeface="微软雅黑" panose="020B0503020204020204" charset="-122"/>
              <a:ea typeface="微软雅黑" panose="020B0503020204020204" charset="-122"/>
              <a:cs typeface="微软雅黑" panose="020B0503020204020204" charset="-122"/>
              <a:sym typeface="+mn-ea"/>
            </a:endParaRPr>
          </a:p>
          <a:p>
            <a:pPr fontAlgn="auto"/>
            <a:r>
              <a:rPr lang="en-US" altLang="zh-CN" sz="1400" dirty="0">
                <a:latin typeface="微软雅黑" panose="020B0503020204020204" charset="-122"/>
                <a:ea typeface="微软雅黑" panose="020B0503020204020204" charset="-122"/>
                <a:cs typeface="微软雅黑" panose="020B0503020204020204" charset="-122"/>
                <a:sym typeface="+mn-ea"/>
              </a:rPr>
              <a:t>4</a:t>
            </a:r>
            <a:r>
              <a:rPr lang="zh-CN" altLang="en-US" sz="1400" dirty="0">
                <a:latin typeface="微软雅黑" panose="020B0503020204020204" charset="-122"/>
                <a:ea typeface="微软雅黑" panose="020B0503020204020204" charset="-122"/>
                <a:cs typeface="微软雅黑" panose="020B0503020204020204" charset="-122"/>
                <a:sym typeface="+mn-ea"/>
              </a:rPr>
              <a:t>、索引按照前缀索引</a:t>
            </a:r>
            <a:r>
              <a:rPr lang="en-US" altLang="zh-CN" sz="1400" dirty="0">
                <a:latin typeface="微软雅黑" panose="020B0503020204020204" charset="-122"/>
                <a:ea typeface="微软雅黑" panose="020B0503020204020204" charset="-122"/>
                <a:cs typeface="微软雅黑" panose="020B0503020204020204" charset="-122"/>
                <a:sym typeface="+mn-ea"/>
              </a:rPr>
              <a:t>&amp;</a:t>
            </a:r>
            <a:r>
              <a:rPr lang="zh-CN" altLang="en-US" sz="1400" dirty="0">
                <a:latin typeface="微软雅黑" panose="020B0503020204020204" charset="-122"/>
                <a:ea typeface="微软雅黑" panose="020B0503020204020204" charset="-122"/>
                <a:cs typeface="微软雅黑" panose="020B0503020204020204" charset="-122"/>
                <a:sym typeface="+mn-ea"/>
              </a:rPr>
              <a:t>块</a:t>
            </a:r>
            <a:r>
              <a:rPr lang="en-US" altLang="zh-CN" sz="1400" dirty="0">
                <a:latin typeface="微软雅黑" panose="020B0503020204020204" charset="-122"/>
                <a:ea typeface="微软雅黑" panose="020B0503020204020204" charset="-122"/>
                <a:cs typeface="微软雅黑" panose="020B0503020204020204" charset="-122"/>
                <a:sym typeface="+mn-ea"/>
              </a:rPr>
              <a:t>hash</a:t>
            </a:r>
            <a:r>
              <a:rPr lang="zh-CN" altLang="en-US" sz="1400" dirty="0">
                <a:latin typeface="微软雅黑" panose="020B0503020204020204" charset="-122"/>
                <a:ea typeface="微软雅黑" panose="020B0503020204020204" charset="-122"/>
                <a:cs typeface="微软雅黑" panose="020B0503020204020204" charset="-122"/>
                <a:sym typeface="+mn-ea"/>
              </a:rPr>
              <a:t>的索引方式：读写模式？</a:t>
            </a:r>
            <a:r>
              <a:rPr lang="zh-CN" altLang="en-US" sz="1400" b="1" dirty="0">
                <a:latin typeface="微软雅黑" panose="020B0503020204020204" charset="-122"/>
                <a:ea typeface="微软雅黑" panose="020B0503020204020204" charset="-122"/>
                <a:cs typeface="微软雅黑" panose="020B0503020204020204" charset="-122"/>
                <a:sym typeface="+mn-ea"/>
              </a:rPr>
              <a:t>回答：需要调研。</a:t>
            </a:r>
            <a:endParaRPr lang="en-US" altLang="zh-CN" sz="1400" b="1" dirty="0">
              <a:latin typeface="微软雅黑" panose="020B0503020204020204" charset="-122"/>
              <a:ea typeface="微软雅黑" panose="020B0503020204020204" charset="-122"/>
              <a:cs typeface="微软雅黑" panose="020B0503020204020204" charset="-122"/>
              <a:sym typeface="+mn-ea"/>
            </a:endParaRPr>
          </a:p>
          <a:p>
            <a:pPr fontAlgn="auto"/>
            <a:r>
              <a:rPr lang="en-US" altLang="zh-CN" sz="1400" dirty="0">
                <a:latin typeface="微软雅黑" panose="020B0503020204020204" charset="-122"/>
                <a:ea typeface="微软雅黑" panose="020B0503020204020204" charset="-122"/>
                <a:cs typeface="微软雅黑" panose="020B0503020204020204" charset="-122"/>
                <a:sym typeface="+mn-ea"/>
              </a:rPr>
              <a:t>5</a:t>
            </a:r>
            <a:r>
              <a:rPr lang="zh-CN" altLang="en-US" sz="1400" dirty="0">
                <a:latin typeface="微软雅黑" panose="020B0503020204020204" charset="-122"/>
                <a:ea typeface="微软雅黑" panose="020B0503020204020204" charset="-122"/>
                <a:cs typeface="微软雅黑" panose="020B0503020204020204" charset="-122"/>
                <a:sym typeface="+mn-ea"/>
              </a:rPr>
              <a:t>、数据预取：同上。回答：</a:t>
            </a:r>
            <a:r>
              <a:rPr lang="zh-CN" altLang="en-US" sz="1400" b="1" dirty="0">
                <a:latin typeface="微软雅黑" panose="020B0503020204020204" charset="-122"/>
                <a:ea typeface="微软雅黑" panose="020B0503020204020204" charset="-122"/>
                <a:cs typeface="微软雅黑" panose="020B0503020204020204" charset="-122"/>
                <a:sym typeface="+mn-ea"/>
              </a:rPr>
              <a:t>特征与下刷模式总体相似</a:t>
            </a:r>
            <a:r>
              <a:rPr lang="zh-CN" altLang="en-US" sz="1400" dirty="0">
                <a:latin typeface="微软雅黑" panose="020B0503020204020204" charset="-122"/>
                <a:ea typeface="微软雅黑" panose="020B0503020204020204" charset="-122"/>
                <a:cs typeface="微软雅黑" panose="020B0503020204020204" charset="-122"/>
                <a:sym typeface="+mn-ea"/>
              </a:rPr>
              <a:t>。</a:t>
            </a:r>
            <a:endParaRPr lang="en-US" altLang="zh-CN" sz="1400" dirty="0">
              <a:latin typeface="微软雅黑" panose="020B0503020204020204" charset="-122"/>
              <a:ea typeface="微软雅黑" panose="020B0503020204020204" charset="-122"/>
              <a:cs typeface="微软雅黑" panose="020B0503020204020204" charset="-122"/>
              <a:sym typeface="+mn-ea"/>
            </a:endParaRPr>
          </a:p>
          <a:p>
            <a:pPr fontAlgn="auto"/>
            <a:r>
              <a:rPr lang="en-US" altLang="zh-CN" sz="1400" dirty="0">
                <a:latin typeface="微软雅黑" panose="020B0503020204020204" charset="-122"/>
                <a:ea typeface="微软雅黑" panose="020B0503020204020204" charset="-122"/>
                <a:cs typeface="微软雅黑" panose="020B0503020204020204" charset="-122"/>
                <a:sym typeface="+mn-ea"/>
              </a:rPr>
              <a:t>6</a:t>
            </a:r>
            <a:r>
              <a:rPr lang="zh-CN" altLang="en-US" sz="1400" dirty="0">
                <a:latin typeface="微软雅黑" panose="020B0503020204020204" charset="-122"/>
                <a:ea typeface="微软雅黑" panose="020B0503020204020204" charset="-122"/>
                <a:cs typeface="微软雅黑" panose="020B0503020204020204" charset="-122"/>
                <a:sym typeface="+mn-ea"/>
              </a:rPr>
              <a:t>、基于什么持久存储进行测试：文件系统？</a:t>
            </a:r>
            <a:r>
              <a:rPr lang="zh-CN" altLang="en-US" sz="1400" b="1" dirty="0">
                <a:latin typeface="微软雅黑" panose="020B0503020204020204" charset="-122"/>
                <a:ea typeface="微软雅黑" panose="020B0503020204020204" charset="-122"/>
                <a:cs typeface="微软雅黑" panose="020B0503020204020204" charset="-122"/>
                <a:sym typeface="+mn-ea"/>
              </a:rPr>
              <a:t>回答：需要调研</a:t>
            </a:r>
            <a:endParaRPr lang="en-US" altLang="zh-CN" sz="1400" b="1" dirty="0">
              <a:latin typeface="微软雅黑" panose="020B0503020204020204" charset="-122"/>
              <a:ea typeface="微软雅黑" panose="020B0503020204020204" charset="-122"/>
              <a:cs typeface="微软雅黑" panose="020B0503020204020204" charset="-122"/>
              <a:sym typeface="+mn-ea"/>
            </a:endParaRPr>
          </a:p>
          <a:p>
            <a:pPr fontAlgn="auto"/>
            <a:r>
              <a:rPr lang="en-US" altLang="zh-CN" sz="1400" dirty="0">
                <a:latin typeface="微软雅黑" panose="020B0503020204020204" charset="-122"/>
                <a:ea typeface="微软雅黑" panose="020B0503020204020204" charset="-122"/>
                <a:cs typeface="微软雅黑" panose="020B0503020204020204" charset="-122"/>
                <a:sym typeface="+mn-ea"/>
              </a:rPr>
              <a:t>7</a:t>
            </a:r>
            <a:r>
              <a:rPr lang="zh-CN" altLang="en-US" sz="1400" dirty="0">
                <a:latin typeface="微软雅黑" panose="020B0503020204020204" charset="-122"/>
                <a:ea typeface="微软雅黑" panose="020B0503020204020204" charset="-122"/>
                <a:cs typeface="微软雅黑" panose="020B0503020204020204" charset="-122"/>
                <a:sym typeface="+mn-ea"/>
              </a:rPr>
              <a:t>、基于</a:t>
            </a:r>
            <a:r>
              <a:rPr lang="en-US" altLang="zh-CN" sz="1400" dirty="0">
                <a:latin typeface="微软雅黑" panose="020B0503020204020204" charset="-122"/>
                <a:ea typeface="微软雅黑" panose="020B0503020204020204" charset="-122"/>
                <a:cs typeface="微软雅黑" panose="020B0503020204020204" charset="-122"/>
                <a:sym typeface="+mn-ea"/>
              </a:rPr>
              <a:t>Trace</a:t>
            </a:r>
            <a:r>
              <a:rPr lang="zh-CN" altLang="en-US" sz="1400" dirty="0">
                <a:latin typeface="微软雅黑" panose="020B0503020204020204" charset="-122"/>
                <a:ea typeface="微软雅黑" panose="020B0503020204020204" charset="-122"/>
                <a:cs typeface="微软雅黑" panose="020B0503020204020204" charset="-122"/>
                <a:sym typeface="+mn-ea"/>
              </a:rPr>
              <a:t>的分析负载、</a:t>
            </a:r>
            <a:r>
              <a:rPr lang="zh-CN" altLang="en-US" sz="1400" b="1" dirty="0">
                <a:solidFill>
                  <a:srgbClr val="FF0000"/>
                </a:solidFill>
                <a:latin typeface="微软雅黑" panose="020B0503020204020204" charset="-122"/>
                <a:ea typeface="微软雅黑" panose="020B0503020204020204" charset="-122"/>
                <a:cs typeface="微软雅黑" panose="020B0503020204020204" charset="-122"/>
                <a:sym typeface="+mn-ea"/>
              </a:rPr>
              <a:t>基于技术原理逻辑分析负载（雪生：论文、资料引用）</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mn-ea"/>
              </a:rPr>
              <a:t>？</a:t>
            </a:r>
            <a:endPar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endParaRPr>
          </a:p>
          <a:p>
            <a:pPr fontAlgn="auto"/>
            <a:r>
              <a:rPr lang="en-US" altLang="zh-CN" sz="1400" dirty="0">
                <a:latin typeface="微软雅黑" panose="020B0503020204020204" charset="-122"/>
                <a:ea typeface="微软雅黑" panose="020B0503020204020204" charset="-122"/>
                <a:cs typeface="微软雅黑" panose="020B0503020204020204" charset="-122"/>
                <a:sym typeface="+mn-ea"/>
              </a:rPr>
              <a:t>8</a:t>
            </a:r>
            <a:r>
              <a:rPr lang="zh-CN" altLang="en-US" sz="1400" dirty="0">
                <a:latin typeface="微软雅黑" panose="020B0503020204020204" charset="-122"/>
                <a:ea typeface="微软雅黑" panose="020B0503020204020204" charset="-122"/>
                <a:cs typeface="微软雅黑" panose="020B0503020204020204" charset="-122"/>
                <a:sym typeface="+mn-ea"/>
              </a:rPr>
              <a:t>、</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mn-ea"/>
              </a:rPr>
              <a:t>时间：</a:t>
            </a:r>
            <a:endPar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endParaRPr>
          </a:p>
          <a:p>
            <a:pPr fontAlgn="auto"/>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rPr>
              <a:t>0430</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mn-ea"/>
              </a:rPr>
              <a:t>：输出需求分析文档初稿。</a:t>
            </a:r>
            <a:endPar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endParaRPr>
          </a:p>
          <a:p>
            <a:pPr fontAlgn="auto"/>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rPr>
              <a:t>0515</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mn-ea"/>
              </a:rPr>
              <a:t>，最终完善并输出本汇报</a:t>
            </a: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rPr>
              <a:t>PPT</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mn-ea"/>
              </a:rPr>
              <a:t>，以及最终的需求分析文档。</a:t>
            </a:r>
            <a:endPar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endParaRPr>
          </a:p>
          <a:p>
            <a:pPr fontAlgn="auto"/>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mn-ea"/>
              </a:rPr>
              <a:t>0525</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mn-ea"/>
              </a:rPr>
              <a:t>，课题答辩（科技部专家审核）。</a:t>
            </a:r>
            <a:endPar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3" name="表格 2"/>
          <p:cNvGraphicFramePr>
            <a:graphicFrameLocks noGrp="1"/>
          </p:cNvGraphicFramePr>
          <p:nvPr/>
        </p:nvGraphicFramePr>
        <p:xfrm>
          <a:off x="7611537" y="1829127"/>
          <a:ext cx="4359275" cy="1427988"/>
        </p:xfrm>
        <a:graphic>
          <a:graphicData uri="http://schemas.openxmlformats.org/drawingml/2006/table">
            <a:tbl>
              <a:tblPr firstRow="1" bandRow="1">
                <a:tableStyleId>{5C22544A-7EE6-4342-B048-85BDC9FD1C3A}</a:tableStyleId>
              </a:tblPr>
              <a:tblGrid>
                <a:gridCol w="4359275"/>
              </a:tblGrid>
              <a:tr h="247593">
                <a:tc>
                  <a:txBody>
                    <a:bodyPr/>
                    <a:lstStyle/>
                    <a:p>
                      <a:pPr indent="0" fontAlgn="auto">
                        <a:lnSpc>
                          <a:spcPct val="150000"/>
                        </a:lnSpc>
                        <a:buNone/>
                      </a:pPr>
                      <a:r>
                        <a:rPr lang="zh-CN" altLang="en-US" sz="1600" b="1" dirty="0">
                          <a:solidFill>
                            <a:schemeClr val="tx1"/>
                          </a:solidFill>
                          <a:latin typeface="微软雅黑" panose="020B0503020204020204" charset="-122"/>
                          <a:ea typeface="微软雅黑" panose="020B0503020204020204" charset="-122"/>
                        </a:rPr>
                        <a:t>负载特征</a:t>
                      </a:r>
                      <a:endParaRPr lang="zh-CN" altLang="en-US" sz="1600" b="1" dirty="0">
                        <a:solidFill>
                          <a:schemeClr val="tx1"/>
                        </a:solidFill>
                        <a:latin typeface="微软雅黑" panose="020B0503020204020204" charset="-122"/>
                        <a:ea typeface="微软雅黑" panose="020B0503020204020204" charset="-122"/>
                      </a:endParaRPr>
                    </a:p>
                  </a:txBody>
                  <a:tcPr/>
                </a:tc>
              </a:tr>
              <a:tr h="845828">
                <a:tc>
                  <a:txBody>
                    <a:bodyPr/>
                    <a:lstStyle/>
                    <a:p>
                      <a:pPr indent="0" fontAlgn="auto">
                        <a:lnSpc>
                          <a:spcPct val="150000"/>
                        </a:lnSpc>
                        <a:buNone/>
                      </a:pPr>
                      <a:r>
                        <a:rPr lang="en-US" altLang="zh-CN" sz="1400" dirty="0">
                          <a:latin typeface="微软雅黑" panose="020B0503020204020204" charset="-122"/>
                          <a:ea typeface="微软雅黑" panose="020B0503020204020204" charset="-122"/>
                        </a:rPr>
                        <a:t>1 </a:t>
                      </a:r>
                      <a:r>
                        <a:rPr lang="zh-CN" altLang="en-US" sz="1400" dirty="0">
                          <a:latin typeface="微软雅黑" panose="020B0503020204020204" charset="-122"/>
                          <a:ea typeface="微软雅黑" panose="020B0503020204020204" charset="-122"/>
                        </a:rPr>
                        <a:t>写入路径中需要随机小</a:t>
                      </a:r>
                      <a:r>
                        <a:rPr lang="en-US" altLang="zh-CN" sz="1400" dirty="0">
                          <a:latin typeface="微软雅黑" panose="020B0503020204020204" charset="-122"/>
                          <a:ea typeface="微软雅黑" panose="020B0503020204020204" charset="-122"/>
                        </a:rPr>
                        <a:t>IO</a:t>
                      </a:r>
                      <a:r>
                        <a:rPr lang="zh-CN" altLang="en-US" sz="1400" dirty="0">
                          <a:latin typeface="微软雅黑" panose="020B0503020204020204" charset="-122"/>
                          <a:ea typeface="微软雅黑" panose="020B0503020204020204" charset="-122"/>
                        </a:rPr>
                        <a:t>：</a:t>
                      </a:r>
                      <a:endParaRPr lang="zh-CN" altLang="en-US" sz="1400" dirty="0">
                        <a:latin typeface="微软雅黑" panose="020B0503020204020204" charset="-122"/>
                        <a:ea typeface="微软雅黑" panose="020B0503020204020204" charset="-122"/>
                      </a:endParaRPr>
                    </a:p>
                    <a:p>
                      <a:pPr indent="0" fontAlgn="auto">
                        <a:lnSpc>
                          <a:spcPct val="150000"/>
                        </a:lnSpc>
                        <a:buNone/>
                      </a:pPr>
                      <a:r>
                        <a:rPr lang="en-US" altLang="zh-CN" sz="1400" dirty="0">
                          <a:latin typeface="微软雅黑" panose="020B0503020204020204" charset="-122"/>
                          <a:ea typeface="微软雅黑" panose="020B0503020204020204" charset="-122"/>
                        </a:rPr>
                        <a:t>2 </a:t>
                      </a:r>
                      <a:r>
                        <a:rPr lang="zh-CN" altLang="en-US" sz="1400" dirty="0">
                          <a:latin typeface="微软雅黑" panose="020B0503020204020204" charset="-122"/>
                          <a:ea typeface="微软雅黑" panose="020B0503020204020204" charset="-122"/>
                        </a:rPr>
                        <a:t>写入路径中随机</a:t>
                      </a:r>
                      <a:r>
                        <a:rPr lang="en-US" altLang="zh-CN" sz="1400" dirty="0">
                          <a:latin typeface="微软雅黑" panose="020B0503020204020204" charset="-122"/>
                          <a:ea typeface="微软雅黑" panose="020B0503020204020204" charset="-122"/>
                        </a:rPr>
                        <a:t> IOPS </a:t>
                      </a:r>
                      <a:r>
                        <a:rPr lang="zh-CN" altLang="en-US" sz="1400" dirty="0">
                          <a:latin typeface="微软雅黑" panose="020B0503020204020204" charset="-122"/>
                          <a:ea typeface="微软雅黑" panose="020B0503020204020204" charset="-122"/>
                        </a:rPr>
                        <a:t>要求较高</a:t>
                      </a:r>
                      <a:endParaRPr lang="zh-CN" altLang="en-US" sz="1400" dirty="0">
                        <a:latin typeface="微软雅黑" panose="020B0503020204020204" charset="-122"/>
                        <a:ea typeface="微软雅黑" panose="020B0503020204020204" charset="-122"/>
                      </a:endParaRPr>
                    </a:p>
                    <a:p>
                      <a:pPr indent="0" fontAlgn="auto">
                        <a:lnSpc>
                          <a:spcPct val="150000"/>
                        </a:lnSpc>
                        <a:buNone/>
                      </a:pPr>
                      <a:r>
                        <a:rPr lang="en-US" altLang="zh-CN" sz="1400" dirty="0">
                          <a:latin typeface="微软雅黑" panose="020B0503020204020204" charset="-122"/>
                          <a:ea typeface="微软雅黑" panose="020B0503020204020204" charset="-122"/>
                        </a:rPr>
                        <a:t>3 </a:t>
                      </a:r>
                      <a:r>
                        <a:rPr lang="zh-CN" altLang="en-US" sz="1400" dirty="0">
                          <a:latin typeface="微软雅黑" panose="020B0503020204020204" charset="-122"/>
                          <a:ea typeface="微软雅黑" panose="020B0503020204020204" charset="-122"/>
                        </a:rPr>
                        <a:t>读取路径中的高吞吐量要求</a:t>
                      </a:r>
                      <a:endParaRPr lang="zh-CN" altLang="en-US" sz="1400" dirty="0">
                        <a:latin typeface="微软雅黑" panose="020B0503020204020204" charset="-122"/>
                        <a:ea typeface="微软雅黑" panose="020B0503020204020204" charset="-122"/>
                      </a:endParaRPr>
                    </a:p>
                  </a:txBody>
                  <a:tcPr/>
                </a:tc>
              </a:tr>
            </a:tbl>
          </a:graphicData>
        </a:graphic>
      </p:graphicFrame>
      <p:sp>
        <p:nvSpPr>
          <p:cNvPr id="10" name="文本框 9"/>
          <p:cNvSpPr txBox="1"/>
          <p:nvPr/>
        </p:nvSpPr>
        <p:spPr>
          <a:xfrm>
            <a:off x="1805353" y="6585457"/>
            <a:ext cx="5474677" cy="307777"/>
          </a:xfrm>
          <a:prstGeom prst="rect">
            <a:avLst/>
          </a:prstGeom>
          <a:solidFill>
            <a:srgbClr val="FFC000"/>
          </a:solidFill>
        </p:spPr>
        <p:txBody>
          <a:bodyPr wrap="square" rtlCol="0" anchor="t">
            <a:noAutofit/>
          </a:bodyPr>
          <a:lstStyle>
            <a:defPPr>
              <a:defRPr lang="zh-CN"/>
            </a:defPPr>
            <a:lvl1pPr fontAlgn="auto">
              <a:defRPr sz="1400">
                <a:latin typeface="微软雅黑" panose="020B0503020204020204" charset="-122"/>
                <a:ea typeface="微软雅黑" panose="020B0503020204020204" charset="-122"/>
                <a:cs typeface="微软雅黑" panose="020B0503020204020204" charset="-122"/>
              </a:defRPr>
            </a:lvl1pPr>
          </a:lstStyle>
          <a:p>
            <a:r>
              <a:rPr lang="zh-CN" altLang="en-US" dirty="0"/>
              <a:t>大文件比例调大。写</a:t>
            </a:r>
            <a:r>
              <a:rPr lang="en-US" altLang="zh-CN" dirty="0"/>
              <a:t>IO</a:t>
            </a:r>
            <a:r>
              <a:rPr lang="zh-CN" altLang="en-US" dirty="0"/>
              <a:t>增加即大块写，读可能是小</a:t>
            </a:r>
            <a:r>
              <a:rPr lang="en-US" altLang="zh-CN" dirty="0"/>
              <a:t>IO</a:t>
            </a:r>
            <a:r>
              <a:rPr lang="zh-CN" altLang="en-US" dirty="0"/>
              <a:t>占比高</a:t>
            </a:r>
            <a:endParaRPr lang="zh-CN" altLang="en-US"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6630" y="181610"/>
            <a:ext cx="4937125" cy="490855"/>
          </a:xfrm>
        </p:spPr>
        <p:txBody>
          <a:bodyPr/>
          <a:lstStyle/>
          <a:p>
            <a:r>
              <a:rPr lang="zh-CN" altLang="en-US" dirty="0" err="1">
                <a:solidFill>
                  <a:srgbClr val="0062AC"/>
                </a:solidFill>
                <a:cs typeface="微软雅黑" panose="020B0503020204020204" charset="-122"/>
              </a:rPr>
              <a:t>推理</a:t>
            </a:r>
            <a:r>
              <a:rPr lang="en-US" altLang="zh-CN" dirty="0" err="1">
                <a:solidFill>
                  <a:srgbClr val="0062AC"/>
                </a:solidFill>
                <a:cs typeface="微软雅黑" panose="020B0503020204020204" charset="-122"/>
              </a:rPr>
              <a:t>KVcache</a:t>
            </a:r>
            <a:r>
              <a:rPr lang="zh-CN" altLang="en-US" dirty="0" err="1">
                <a:solidFill>
                  <a:srgbClr val="0062AC"/>
                </a:solidFill>
                <a:cs typeface="微软雅黑" panose="020B0503020204020204" charset="-122"/>
              </a:rPr>
              <a:t>负载测试脚本</a:t>
            </a:r>
            <a:endParaRPr lang="zh-CN" altLang="en-US" dirty="0" err="1">
              <a:solidFill>
                <a:srgbClr val="0062AC"/>
              </a:solidFill>
              <a:cs typeface="微软雅黑" panose="020B0503020204020204" charset="-122"/>
            </a:endParaRPr>
          </a:p>
        </p:txBody>
      </p:sp>
      <p:sp>
        <p:nvSpPr>
          <p:cNvPr id="3" name="文本框 2"/>
          <p:cNvSpPr txBox="1"/>
          <p:nvPr/>
        </p:nvSpPr>
        <p:spPr>
          <a:xfrm>
            <a:off x="116205" y="672465"/>
            <a:ext cx="12258675" cy="6054090"/>
          </a:xfrm>
          <a:prstGeom prst="rect">
            <a:avLst/>
          </a:prstGeom>
          <a:noFill/>
        </p:spPr>
        <p:txBody>
          <a:bodyPr wrap="square" rtlCol="0" anchor="t">
            <a:noAutofit/>
          </a:bodyPr>
          <a:lstStyle/>
          <a:p>
            <a:pPr indent="0" fontAlgn="auto">
              <a:lnSpc>
                <a:spcPct val="150000"/>
              </a:lnSpc>
            </a:pPr>
            <a:r>
              <a:rPr lang="en-US" altLang="zh-CN" sz="1200" dirty="0">
                <a:latin typeface="微软雅黑" panose="020B0503020204020204" charset="-122"/>
                <a:ea typeface="微软雅黑" panose="020B0503020204020204" charset="-122"/>
              </a:rPr>
              <a:t>data_errors=1</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create_anchors=yes</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messagescan=nodisplay</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hd=default,vdbench=/tmp/instorbench/vdbench/default,user=root,shell=ssh</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hd=hd1,system=100.7.46.29</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hd=hd2,system=100.7.46.30</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hd=hd3,system=100.7.46.31</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hd=hd4,system=100.7.46.32</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hd=hd5,system=100.7.46.33</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hd=hd6,system=100.7.46.34</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hd=hd7,system=100.7.46.35</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hd=hd8,system=100.7.46.36</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fsd=default,openflags=o_direct,shared=yes</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fsd=fsd0,anchor=/mnt/icfsfs/ai,depth=1,width=100,files=1000,size=(256k,5,1m,5,8m,10,64m,10,128m,25,256m,30,1g,15)</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fwd=format,thread=128,xfersize=4m</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fwd=default,thread=768</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fwd=fwd1,fsd=fsd0,operation=read,xfersize=64k,fileio=random,fileselect=random,skew=10</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fwd=fwd2,fsd=fsd0,operation=read,xfersize=256k,fileio=random,fileselect=random,skew=10</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fwd=fwd3,fsd=fsd0,operation=read,xfersize=4m,fileio=random,fileselect=random,skew=15</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fwd=fwd4,fsd=fsd0,operation=write,xfersize=1m,fileio=sequential,fileselect=sequential,skew=30</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fwd=fwd5,fsd=fsd0,operation=write,xfersize=4m,fileio=sequential,fileselect=sequential,skew=35</a:t>
            </a:r>
            <a:endParaRPr lang="en-US" altLang="zh-CN" sz="1200" dirty="0">
              <a:latin typeface="微软雅黑" panose="020B0503020204020204" charset="-122"/>
              <a:ea typeface="微软雅黑" panose="020B0503020204020204" charset="-122"/>
            </a:endParaRPr>
          </a:p>
          <a:p>
            <a:pPr indent="0" fontAlgn="auto">
              <a:lnSpc>
                <a:spcPct val="150000"/>
              </a:lnSpc>
            </a:pPr>
            <a:r>
              <a:rPr lang="en-US" altLang="zh-CN" sz="1200" dirty="0">
                <a:latin typeface="微软雅黑" panose="020B0503020204020204" charset="-122"/>
                <a:ea typeface="微软雅黑" panose="020B0503020204020204" charset="-122"/>
              </a:rPr>
              <a:t>rd=rd1,fwd=(fwd*),fwdrate=max,format=restart,elapsed=600,interval=1</a:t>
            </a:r>
            <a:endParaRPr lang="en-US" altLang="zh-CN" sz="1200" dirty="0">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4830" y="255905"/>
            <a:ext cx="10537190" cy="539115"/>
          </a:xfrm>
        </p:spPr>
        <p:txBody>
          <a:bodyPr/>
          <a:lstStyle/>
          <a:p>
            <a:r>
              <a:rPr lang="zh-CN" altLang="en-US" dirty="0" err="1">
                <a:solidFill>
                  <a:schemeClr val="bg1"/>
                </a:solidFill>
                <a:cs typeface="微软雅黑" panose="020B0503020204020204" charset="-122"/>
              </a:rPr>
              <a:t>推理</a:t>
            </a:r>
            <a:r>
              <a:rPr lang="en-US" altLang="zh-CN" dirty="0" err="1">
                <a:solidFill>
                  <a:schemeClr val="bg1"/>
                </a:solidFill>
                <a:cs typeface="微软雅黑" panose="020B0503020204020204" charset="-122"/>
              </a:rPr>
              <a:t>kvcache</a:t>
            </a:r>
            <a:r>
              <a:rPr lang="zh-CN" altLang="en-US" dirty="0" err="1">
                <a:solidFill>
                  <a:schemeClr val="bg1"/>
                </a:solidFill>
                <a:cs typeface="微软雅黑" panose="020B0503020204020204" charset="-122"/>
              </a:rPr>
              <a:t>数据读写</a:t>
            </a:r>
            <a:r>
              <a:rPr lang="en-US" altLang="zh-CN" dirty="0" err="1">
                <a:solidFill>
                  <a:schemeClr val="bg1"/>
                </a:solidFill>
                <a:cs typeface="微软雅黑" panose="020B0503020204020204" charset="-122"/>
              </a:rPr>
              <a:t>IO</a:t>
            </a:r>
            <a:r>
              <a:rPr lang="zh-CN" altLang="en-US" dirty="0" err="1">
                <a:solidFill>
                  <a:schemeClr val="bg1"/>
                </a:solidFill>
                <a:cs typeface="微软雅黑" panose="020B0503020204020204" charset="-122"/>
              </a:rPr>
              <a:t>模型</a:t>
            </a:r>
            <a:endParaRPr lang="zh-CN" altLang="en-US" dirty="0" err="1">
              <a:solidFill>
                <a:schemeClr val="bg1"/>
              </a:solidFill>
              <a:cs typeface="微软雅黑" panose="020B0503020204020204" charset="-122"/>
            </a:endParaRPr>
          </a:p>
        </p:txBody>
      </p:sp>
      <p:sp>
        <p:nvSpPr>
          <p:cNvPr id="4" name="文本框 3"/>
          <p:cNvSpPr txBox="1"/>
          <p:nvPr/>
        </p:nvSpPr>
        <p:spPr>
          <a:xfrm>
            <a:off x="382905" y="937260"/>
            <a:ext cx="11143615" cy="2647315"/>
          </a:xfrm>
          <a:prstGeom prst="rect">
            <a:avLst/>
          </a:prstGeom>
          <a:noFill/>
        </p:spPr>
        <p:txBody>
          <a:bodyPr wrap="square" rtlCol="0" anchor="t">
            <a:noAutofit/>
          </a:bodyPr>
          <a:lstStyle/>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1 </a:t>
            </a:r>
            <a:r>
              <a:rPr lang="zh-CN" altLang="en-US" sz="1600" dirty="0">
                <a:latin typeface="微软雅黑" panose="020B0503020204020204" charset="-122"/>
                <a:ea typeface="微软雅黑" panose="020B0503020204020204" charset="-122"/>
                <a:cs typeface="微软雅黑" panose="020B0503020204020204" charset="-122"/>
                <a:sym typeface="+mn-ea"/>
              </a:rPr>
              <a:t>单个</a:t>
            </a:r>
            <a:r>
              <a:rPr lang="en-US" altLang="zh-CN" sz="1600" dirty="0">
                <a:latin typeface="微软雅黑" panose="020B0503020204020204" charset="-122"/>
                <a:ea typeface="微软雅黑" panose="020B0503020204020204" charset="-122"/>
                <a:cs typeface="微软雅黑" panose="020B0503020204020204" charset="-122"/>
                <a:sym typeface="+mn-ea"/>
              </a:rPr>
              <a:t>token</a:t>
            </a:r>
            <a:r>
              <a:rPr lang="zh-CN" altLang="en-US" sz="1600" dirty="0">
                <a:latin typeface="微软雅黑" panose="020B0503020204020204" charset="-122"/>
                <a:ea typeface="微软雅黑" panose="020B0503020204020204" charset="-122"/>
                <a:cs typeface="微软雅黑" panose="020B0503020204020204" charset="-122"/>
                <a:sym typeface="+mn-ea"/>
              </a:rPr>
              <a:t>：</a:t>
            </a:r>
            <a:r>
              <a:rPr lang="en-US" altLang="zh-CN" sz="1600" dirty="0">
                <a:latin typeface="微软雅黑" panose="020B0503020204020204" charset="-122"/>
                <a:ea typeface="微软雅黑" panose="020B0503020204020204" charset="-122"/>
                <a:cs typeface="微软雅黑" panose="020B0503020204020204" charset="-122"/>
                <a:sym typeface="+mn-ea"/>
              </a:rPr>
              <a:t> 0.2MB/token~2.5M/token</a:t>
            </a:r>
            <a:r>
              <a:rPr lang="zh-CN" altLang="en-US" sz="1600" dirty="0">
                <a:latin typeface="微软雅黑" panose="020B0503020204020204" charset="-122"/>
                <a:ea typeface="微软雅黑" panose="020B0503020204020204" charset="-122"/>
                <a:cs typeface="微软雅黑" panose="020B0503020204020204" charset="-122"/>
                <a:sym typeface="+mn-ea"/>
              </a:rPr>
              <a:t>，可显存分块写入，分块大小：</a:t>
            </a:r>
            <a:r>
              <a:rPr lang="en-US" altLang="zh-CN" sz="1600" dirty="0">
                <a:latin typeface="微软雅黑" panose="020B0503020204020204" charset="-122"/>
                <a:ea typeface="微软雅黑" panose="020B0503020204020204" charset="-122"/>
                <a:cs typeface="微软雅黑" panose="020B0503020204020204" charset="-122"/>
                <a:sym typeface="+mn-ea"/>
              </a:rPr>
              <a:t>16-256 tokens/</a:t>
            </a:r>
            <a:r>
              <a:rPr lang="zh-CN" altLang="en-US" sz="1600" dirty="0">
                <a:latin typeface="微软雅黑" panose="020B0503020204020204" charset="-122"/>
                <a:ea typeface="微软雅黑" panose="020B0503020204020204" charset="-122"/>
                <a:cs typeface="微软雅黑" panose="020B0503020204020204" charset="-122"/>
                <a:sym typeface="+mn-ea"/>
              </a:rPr>
              <a:t>块</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2 </a:t>
            </a:r>
            <a:r>
              <a:rPr lang="zh-CN" altLang="en-US" sz="1600" dirty="0">
                <a:latin typeface="微软雅黑" panose="020B0503020204020204" charset="-122"/>
                <a:ea typeface="微软雅黑" panose="020B0503020204020204" charset="-122"/>
                <a:cs typeface="微软雅黑" panose="020B0503020204020204" charset="-122"/>
                <a:sym typeface="+mn-ea"/>
              </a:rPr>
              <a:t>高频数据：高频访问的显存块存储于</a:t>
            </a:r>
            <a:r>
              <a:rPr lang="en-US" altLang="zh-CN" sz="1600" dirty="0">
                <a:latin typeface="微软雅黑" panose="020B0503020204020204" charset="-122"/>
                <a:ea typeface="微软雅黑" panose="020B0503020204020204" charset="-122"/>
                <a:cs typeface="微软雅黑" panose="020B0503020204020204" charset="-122"/>
                <a:sym typeface="+mn-ea"/>
              </a:rPr>
              <a:t>GPU</a:t>
            </a:r>
            <a:r>
              <a:rPr lang="zh-CN" altLang="en-US" sz="1600" dirty="0">
                <a:latin typeface="微软雅黑" panose="020B0503020204020204" charset="-122"/>
                <a:ea typeface="微软雅黑" panose="020B0503020204020204" charset="-122"/>
                <a:cs typeface="微软雅黑" panose="020B0503020204020204" charset="-122"/>
                <a:sym typeface="+mn-ea"/>
              </a:rPr>
              <a:t>显存</a:t>
            </a:r>
            <a:r>
              <a:rPr lang="en-US" altLang="zh-CN" sz="1600" dirty="0">
                <a:latin typeface="微软雅黑" panose="020B0503020204020204" charset="-122"/>
                <a:ea typeface="微软雅黑" panose="020B0503020204020204" charset="-122"/>
                <a:cs typeface="微软雅黑" panose="020B0503020204020204" charset="-122"/>
                <a:sym typeface="+mn-ea"/>
              </a:rPr>
              <a:t>/DRAM</a:t>
            </a:r>
            <a:r>
              <a:rPr lang="zh-CN" altLang="en-US" sz="1600" dirty="0">
                <a:latin typeface="微软雅黑" panose="020B0503020204020204" charset="-122"/>
                <a:ea typeface="微软雅黑" panose="020B0503020204020204" charset="-122"/>
                <a:cs typeface="微软雅黑" panose="020B0503020204020204" charset="-122"/>
                <a:sym typeface="+mn-ea"/>
              </a:rPr>
              <a:t>中，采用虚拟页表管理的方式进行分配和回收虚拟页，由推理引擎的</a:t>
            </a:r>
            <a:r>
              <a:rPr lang="en-US" altLang="zh-CN" sz="1600" dirty="0">
                <a:latin typeface="微软雅黑" panose="020B0503020204020204" charset="-122"/>
                <a:ea typeface="微软雅黑" panose="020B0503020204020204" charset="-122"/>
                <a:cs typeface="微软雅黑" panose="020B0503020204020204" charset="-122"/>
                <a:sym typeface="+mn-ea"/>
              </a:rPr>
              <a:t>Cache</a:t>
            </a:r>
            <a:r>
              <a:rPr lang="zh-CN" altLang="en-US" sz="1600" dirty="0">
                <a:latin typeface="微软雅黑" panose="020B0503020204020204" charset="-122"/>
                <a:ea typeface="微软雅黑" panose="020B0503020204020204" charset="-122"/>
                <a:cs typeface="微软雅黑" panose="020B0503020204020204" charset="-122"/>
                <a:sym typeface="+mn-ea"/>
              </a:rPr>
              <a:t>管理器管理；</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3 </a:t>
            </a:r>
            <a:r>
              <a:rPr lang="zh-CN" altLang="en-US" sz="1600" dirty="0">
                <a:latin typeface="微软雅黑" panose="020B0503020204020204" charset="-122"/>
                <a:ea typeface="微软雅黑" panose="020B0503020204020204" charset="-122"/>
                <a:cs typeface="微软雅黑" panose="020B0503020204020204" charset="-122"/>
                <a:sym typeface="+mn-ea"/>
              </a:rPr>
              <a:t>低频数据：低频访问的显存块下刷到外部存储，将多个</a:t>
            </a:r>
            <a:r>
              <a:rPr lang="en-US" altLang="zh-CN" sz="1600" dirty="0">
                <a:latin typeface="微软雅黑" panose="020B0503020204020204" charset="-122"/>
                <a:ea typeface="微软雅黑" panose="020B0503020204020204" charset="-122"/>
                <a:cs typeface="微软雅黑" panose="020B0503020204020204" charset="-122"/>
                <a:sym typeface="+mn-ea"/>
              </a:rPr>
              <a:t>KV</a:t>
            </a:r>
            <a:r>
              <a:rPr lang="zh-CN" altLang="en-US" sz="1600" dirty="0">
                <a:latin typeface="微软雅黑" panose="020B0503020204020204" charset="-122"/>
                <a:ea typeface="微软雅黑" panose="020B0503020204020204" charset="-122"/>
                <a:cs typeface="微软雅黑" panose="020B0503020204020204" charset="-122"/>
                <a:sym typeface="+mn-ea"/>
              </a:rPr>
              <a:t>矩阵合并，以</a:t>
            </a:r>
            <a:r>
              <a:rPr lang="en-US" altLang="zh-CN" sz="1600" dirty="0">
                <a:latin typeface="微软雅黑" panose="020B0503020204020204" charset="-122"/>
                <a:ea typeface="微软雅黑" panose="020B0503020204020204" charset="-122"/>
                <a:cs typeface="微软雅黑" panose="020B0503020204020204" charset="-122"/>
                <a:sym typeface="+mn-ea"/>
              </a:rPr>
              <a:t>16-256 tokens/</a:t>
            </a:r>
            <a:r>
              <a:rPr lang="zh-CN" altLang="en-US" sz="1600" dirty="0">
                <a:latin typeface="微软雅黑" panose="020B0503020204020204" charset="-122"/>
                <a:ea typeface="微软雅黑" panose="020B0503020204020204" charset="-122"/>
                <a:cs typeface="微软雅黑" panose="020B0503020204020204" charset="-122"/>
                <a:sym typeface="+mn-ea"/>
              </a:rPr>
              <a:t>块，组织单个或多个大块并发下刷，索引按照前缀索引</a:t>
            </a:r>
            <a:r>
              <a:rPr lang="en-US" altLang="zh-CN" sz="1600" dirty="0">
                <a:latin typeface="微软雅黑" panose="020B0503020204020204" charset="-122"/>
                <a:ea typeface="微软雅黑" panose="020B0503020204020204" charset="-122"/>
                <a:cs typeface="微软雅黑" panose="020B0503020204020204" charset="-122"/>
                <a:sym typeface="+mn-ea"/>
              </a:rPr>
              <a:t>&amp;</a:t>
            </a:r>
            <a:r>
              <a:rPr lang="zh-CN" altLang="en-US" sz="1600" dirty="0">
                <a:latin typeface="微软雅黑" panose="020B0503020204020204" charset="-122"/>
                <a:ea typeface="微软雅黑" panose="020B0503020204020204" charset="-122"/>
                <a:cs typeface="微软雅黑" panose="020B0503020204020204" charset="-122"/>
                <a:sym typeface="+mn-ea"/>
              </a:rPr>
              <a:t>块</a:t>
            </a:r>
            <a:r>
              <a:rPr lang="en-US" altLang="zh-CN" sz="1600" dirty="0">
                <a:latin typeface="微软雅黑" panose="020B0503020204020204" charset="-122"/>
                <a:ea typeface="微软雅黑" panose="020B0503020204020204" charset="-122"/>
                <a:cs typeface="微软雅黑" panose="020B0503020204020204" charset="-122"/>
                <a:sym typeface="+mn-ea"/>
              </a:rPr>
              <a:t>hash</a:t>
            </a:r>
            <a:r>
              <a:rPr lang="zh-CN" altLang="en-US" sz="1600" dirty="0">
                <a:latin typeface="微软雅黑" panose="020B0503020204020204" charset="-122"/>
                <a:ea typeface="微软雅黑" panose="020B0503020204020204" charset="-122"/>
                <a:cs typeface="微软雅黑" panose="020B0503020204020204" charset="-122"/>
                <a:sym typeface="+mn-ea"/>
              </a:rPr>
              <a:t>的索引方式，由推理引擎的</a:t>
            </a:r>
            <a:r>
              <a:rPr lang="en-US" altLang="zh-CN" sz="1600" dirty="0">
                <a:latin typeface="微软雅黑" panose="020B0503020204020204" charset="-122"/>
                <a:ea typeface="微软雅黑" panose="020B0503020204020204" charset="-122"/>
                <a:cs typeface="微软雅黑" panose="020B0503020204020204" charset="-122"/>
                <a:sym typeface="+mn-ea"/>
              </a:rPr>
              <a:t>Cache</a:t>
            </a:r>
            <a:r>
              <a:rPr lang="zh-CN" altLang="en-US" sz="1600" dirty="0">
                <a:latin typeface="微软雅黑" panose="020B0503020204020204" charset="-122"/>
                <a:ea typeface="微软雅黑" panose="020B0503020204020204" charset="-122"/>
                <a:cs typeface="微软雅黑" panose="020B0503020204020204" charset="-122"/>
                <a:sym typeface="+mn-ea"/>
              </a:rPr>
              <a:t>管理器管理；</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en-US" altLang="zh-CN" sz="1600" dirty="0">
                <a:latin typeface="微软雅黑" panose="020B0503020204020204" charset="-122"/>
                <a:ea typeface="微软雅黑" panose="020B0503020204020204" charset="-122"/>
                <a:cs typeface="微软雅黑" panose="020B0503020204020204" charset="-122"/>
                <a:sym typeface="+mn-ea"/>
              </a:rPr>
              <a:t>4 </a:t>
            </a:r>
            <a:r>
              <a:rPr lang="zh-CN" altLang="en-US" sz="1600" dirty="0">
                <a:latin typeface="微软雅黑" panose="020B0503020204020204" charset="-122"/>
                <a:ea typeface="微软雅黑" panose="020B0503020204020204" charset="-122"/>
                <a:cs typeface="微软雅黑" panose="020B0503020204020204" charset="-122"/>
                <a:sym typeface="+mn-ea"/>
              </a:rPr>
              <a:t>数据预取：大量不同或相同文件的预取，分别取到不同的服务器或</a:t>
            </a:r>
            <a:r>
              <a:rPr lang="en-US" altLang="zh-CN" sz="1600" dirty="0">
                <a:latin typeface="微软雅黑" panose="020B0503020204020204" charset="-122"/>
                <a:ea typeface="微软雅黑" panose="020B0503020204020204" charset="-122"/>
                <a:cs typeface="微软雅黑" panose="020B0503020204020204" charset="-122"/>
                <a:sym typeface="+mn-ea"/>
              </a:rPr>
              <a:t>GPU</a:t>
            </a:r>
            <a:r>
              <a:rPr lang="zh-CN" altLang="en-US" sz="1600" dirty="0">
                <a:latin typeface="微软雅黑" panose="020B0503020204020204" charset="-122"/>
                <a:ea typeface="微软雅黑" panose="020B0503020204020204" charset="-122"/>
                <a:cs typeface="微软雅黑" panose="020B0503020204020204" charset="-122"/>
                <a:sym typeface="+mn-ea"/>
              </a:rPr>
              <a:t>显存中</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graphicFrame>
        <p:nvGraphicFramePr>
          <p:cNvPr id="6" name="表格 5"/>
          <p:cNvGraphicFramePr>
            <a:graphicFrameLocks noGrp="1"/>
          </p:cNvGraphicFramePr>
          <p:nvPr>
            <p:custDataLst>
              <p:tags r:id="rId1"/>
            </p:custDataLst>
          </p:nvPr>
        </p:nvGraphicFramePr>
        <p:xfrm>
          <a:off x="382905" y="3594735"/>
          <a:ext cx="5953760" cy="3262630"/>
        </p:xfrm>
        <a:graphic>
          <a:graphicData uri="http://schemas.openxmlformats.org/drawingml/2006/table">
            <a:tbl>
              <a:tblPr firstRow="1" bandRow="1">
                <a:tableStyleId>{5C22544A-7EE6-4342-B048-85BDC9FD1C3A}</a:tableStyleId>
              </a:tblPr>
              <a:tblGrid>
                <a:gridCol w="1488440"/>
                <a:gridCol w="1488440"/>
                <a:gridCol w="1488440"/>
                <a:gridCol w="1488440"/>
              </a:tblGrid>
              <a:tr h="466090">
                <a:tc>
                  <a:txBody>
                    <a:bodyPr/>
                    <a:lstStyle/>
                    <a:p>
                      <a:r>
                        <a:rPr lang="en-US" altLang="zh-CN" sz="1600" dirty="0">
                          <a:latin typeface="微软雅黑" panose="020B0503020204020204" charset="-122"/>
                          <a:ea typeface="微软雅黑" panose="020B0503020204020204" charset="-122"/>
                        </a:rPr>
                        <a:t>IO</a:t>
                      </a:r>
                      <a:r>
                        <a:rPr lang="zh-CN" altLang="en-US" sz="1600" dirty="0">
                          <a:latin typeface="微软雅黑" panose="020B0503020204020204" charset="-122"/>
                          <a:ea typeface="微软雅黑" panose="020B0503020204020204" charset="-122"/>
                        </a:rPr>
                        <a:t>类型</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IO</a:t>
                      </a:r>
                      <a:r>
                        <a:rPr lang="zh-CN" altLang="en-US" sz="1600" dirty="0">
                          <a:latin typeface="微软雅黑" panose="020B0503020204020204" charset="-122"/>
                          <a:ea typeface="微软雅黑" panose="020B0503020204020204" charset="-122"/>
                        </a:rPr>
                        <a:t>顺序</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IO</a:t>
                      </a:r>
                      <a:r>
                        <a:rPr lang="zh-CN" altLang="en-US" sz="1600" dirty="0">
                          <a:latin typeface="微软雅黑" panose="020B0503020204020204" charset="-122"/>
                          <a:ea typeface="微软雅黑" panose="020B0503020204020204" charset="-122"/>
                        </a:rPr>
                        <a:t>大小</a:t>
                      </a:r>
                      <a:endParaRPr lang="zh-CN" altLang="en-US" sz="1600" dirty="0">
                        <a:latin typeface="微软雅黑" panose="020B0503020204020204" charset="-122"/>
                        <a:ea typeface="微软雅黑" panose="020B0503020204020204" charset="-122"/>
                      </a:endParaRPr>
                    </a:p>
                  </a:txBody>
                  <a:tcPr anchor="ctr"/>
                </a:tc>
                <a:tc>
                  <a:txBody>
                    <a:bodyPr/>
                    <a:lstStyle/>
                    <a:p>
                      <a:r>
                        <a:rPr lang="zh-CN" altLang="en-US" sz="1600" dirty="0">
                          <a:latin typeface="微软雅黑" panose="020B0503020204020204" charset="-122"/>
                          <a:ea typeface="微软雅黑" panose="020B0503020204020204" charset="-122"/>
                        </a:rPr>
                        <a:t>占比</a:t>
                      </a:r>
                      <a:endParaRPr lang="zh-CN" altLang="en-US" sz="1600" dirty="0">
                        <a:latin typeface="微软雅黑" panose="020B0503020204020204" charset="-122"/>
                        <a:ea typeface="微软雅黑" panose="020B0503020204020204" charset="-122"/>
                      </a:endParaRPr>
                    </a:p>
                  </a:txBody>
                  <a:tcPr anchor="ctr"/>
                </a:tc>
              </a:tr>
              <a:tr h="466090">
                <a:tc>
                  <a:txBody>
                    <a:bodyPr/>
                    <a:lstStyle/>
                    <a:p>
                      <a:r>
                        <a:rPr lang="zh-CN" altLang="en-US" sz="1600" dirty="0">
                          <a:latin typeface="微软雅黑" panose="020B0503020204020204" charset="-122"/>
                          <a:ea typeface="微软雅黑" panose="020B0503020204020204" charset="-122"/>
                        </a:rPr>
                        <a:t>读</a:t>
                      </a:r>
                      <a:endParaRPr lang="zh-CN" altLang="en-US" sz="1600" dirty="0">
                        <a:latin typeface="微软雅黑" panose="020B0503020204020204" charset="-122"/>
                        <a:ea typeface="微软雅黑" panose="020B0503020204020204" charset="-122"/>
                      </a:endParaRPr>
                    </a:p>
                  </a:txBody>
                  <a:tcPr anchor="ctr"/>
                </a:tc>
                <a:tc>
                  <a:txBody>
                    <a:bodyPr/>
                    <a:lstStyle/>
                    <a:p>
                      <a:r>
                        <a:rPr lang="zh-CN" altLang="en-US" sz="1600" dirty="0">
                          <a:latin typeface="微软雅黑" panose="020B0503020204020204" charset="-122"/>
                          <a:ea typeface="微软雅黑" panose="020B0503020204020204" charset="-122"/>
                        </a:rPr>
                        <a:t>随机</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64k</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10%</a:t>
                      </a:r>
                      <a:endParaRPr lang="zh-CN" altLang="en-US" sz="1600" dirty="0">
                        <a:latin typeface="微软雅黑" panose="020B0503020204020204" charset="-122"/>
                        <a:ea typeface="微软雅黑" panose="020B0503020204020204" charset="-122"/>
                      </a:endParaRPr>
                    </a:p>
                  </a:txBody>
                  <a:tcPr anchor="ctr"/>
                </a:tc>
              </a:tr>
              <a:tr h="466090">
                <a:tc>
                  <a:txBody>
                    <a:bodyPr/>
                    <a:p>
                      <a:r>
                        <a:rPr lang="zh-CN" altLang="en-US" sz="1600" dirty="0">
                          <a:latin typeface="微软雅黑" panose="020B0503020204020204" charset="-122"/>
                          <a:ea typeface="微软雅黑" panose="020B0503020204020204" charset="-122"/>
                        </a:rPr>
                        <a:t>读</a:t>
                      </a:r>
                      <a:endParaRPr lang="zh-CN" altLang="en-US" sz="1600" dirty="0">
                        <a:latin typeface="微软雅黑" panose="020B0503020204020204" charset="-122"/>
                        <a:ea typeface="微软雅黑" panose="020B0503020204020204" charset="-122"/>
                      </a:endParaRPr>
                    </a:p>
                  </a:txBody>
                  <a:tcPr anchor="ctr"/>
                </a:tc>
                <a:tc>
                  <a:txBody>
                    <a:bodyPr/>
                    <a:p>
                      <a:r>
                        <a:rPr lang="zh-CN" altLang="en-US" sz="1600" dirty="0">
                          <a:latin typeface="微软雅黑" panose="020B0503020204020204" charset="-122"/>
                          <a:ea typeface="微软雅黑" panose="020B0503020204020204" charset="-122"/>
                        </a:rPr>
                        <a:t>随机</a:t>
                      </a:r>
                      <a:endParaRPr lang="zh-CN" altLang="en-US" sz="1600" dirty="0">
                        <a:latin typeface="微软雅黑" panose="020B0503020204020204" charset="-122"/>
                        <a:ea typeface="微软雅黑" panose="020B0503020204020204" charset="-122"/>
                      </a:endParaRPr>
                    </a:p>
                  </a:txBody>
                  <a:tcPr anchor="ctr"/>
                </a:tc>
                <a:tc>
                  <a:txBody>
                    <a:bodyPr/>
                    <a:p>
                      <a:r>
                        <a:rPr lang="en-US" altLang="zh-CN" sz="1600" dirty="0">
                          <a:latin typeface="微软雅黑" panose="020B0503020204020204" charset="-122"/>
                          <a:ea typeface="微软雅黑" panose="020B0503020204020204" charset="-122"/>
                        </a:rPr>
                        <a:t>256k</a:t>
                      </a:r>
                      <a:endParaRPr lang="zh-CN" altLang="en-US" sz="1600" dirty="0">
                        <a:latin typeface="微软雅黑" panose="020B0503020204020204" charset="-122"/>
                        <a:ea typeface="微软雅黑" panose="020B0503020204020204" charset="-122"/>
                      </a:endParaRPr>
                    </a:p>
                  </a:txBody>
                  <a:tcPr anchor="ctr"/>
                </a:tc>
                <a:tc>
                  <a:txBody>
                    <a:bodyPr/>
                    <a:p>
                      <a:r>
                        <a:rPr lang="en-US" altLang="zh-CN" sz="1600" dirty="0">
                          <a:latin typeface="微软雅黑" panose="020B0503020204020204" charset="-122"/>
                          <a:ea typeface="微软雅黑" panose="020B0503020204020204" charset="-122"/>
                        </a:rPr>
                        <a:t>10%</a:t>
                      </a:r>
                      <a:endParaRPr lang="zh-CN" altLang="en-US" sz="1600" dirty="0">
                        <a:latin typeface="微软雅黑" panose="020B0503020204020204" charset="-122"/>
                        <a:ea typeface="微软雅黑" panose="020B0503020204020204" charset="-122"/>
                      </a:endParaRPr>
                    </a:p>
                  </a:txBody>
                  <a:tcPr anchor="ctr"/>
                </a:tc>
              </a:tr>
              <a:tr h="466090">
                <a:tc>
                  <a:txBody>
                    <a:bodyPr/>
                    <a:p>
                      <a:r>
                        <a:rPr lang="zh-CN" altLang="en-US" sz="1600" dirty="0">
                          <a:latin typeface="微软雅黑" panose="020B0503020204020204" charset="-122"/>
                          <a:ea typeface="微软雅黑" panose="020B0503020204020204" charset="-122"/>
                          <a:sym typeface="+mn-ea"/>
                        </a:rPr>
                        <a:t>读</a:t>
                      </a:r>
                      <a:endParaRPr lang="zh-CN" altLang="en-US" sz="1600" dirty="0">
                        <a:latin typeface="微软雅黑" panose="020B0503020204020204" charset="-122"/>
                        <a:ea typeface="微软雅黑" panose="020B0503020204020204" charset="-122"/>
                      </a:endParaRPr>
                    </a:p>
                  </a:txBody>
                  <a:tcPr anchor="ctr"/>
                </a:tc>
                <a:tc>
                  <a:txBody>
                    <a:bodyPr/>
                    <a:p>
                      <a:r>
                        <a:rPr lang="zh-CN" altLang="en-US" sz="1600" dirty="0">
                          <a:latin typeface="微软雅黑" panose="020B0503020204020204" charset="-122"/>
                          <a:ea typeface="微软雅黑" panose="020B0503020204020204" charset="-122"/>
                        </a:rPr>
                        <a:t>顺序</a:t>
                      </a:r>
                      <a:endParaRPr lang="zh-CN" altLang="en-US" sz="1600" dirty="0">
                        <a:latin typeface="微软雅黑" panose="020B0503020204020204" charset="-122"/>
                        <a:ea typeface="微软雅黑" panose="020B0503020204020204" charset="-122"/>
                      </a:endParaRPr>
                    </a:p>
                  </a:txBody>
                  <a:tcPr anchor="ctr"/>
                </a:tc>
                <a:tc>
                  <a:txBody>
                    <a:bodyPr/>
                    <a:p>
                      <a:r>
                        <a:rPr lang="en-US" altLang="zh-CN" sz="1600" dirty="0">
                          <a:latin typeface="微软雅黑" panose="020B0503020204020204" charset="-122"/>
                          <a:ea typeface="微软雅黑" panose="020B0503020204020204" charset="-122"/>
                        </a:rPr>
                        <a:t>4M</a:t>
                      </a:r>
                      <a:endParaRPr lang="zh-CN" altLang="en-US" sz="1600" dirty="0">
                        <a:latin typeface="微软雅黑" panose="020B0503020204020204" charset="-122"/>
                        <a:ea typeface="微软雅黑" panose="020B0503020204020204" charset="-122"/>
                      </a:endParaRPr>
                    </a:p>
                  </a:txBody>
                  <a:tcPr anchor="ctr"/>
                </a:tc>
                <a:tc>
                  <a:txBody>
                    <a:bodyPr/>
                    <a:p>
                      <a:r>
                        <a:rPr lang="en-US" altLang="zh-CN" sz="1600" dirty="0">
                          <a:latin typeface="微软雅黑" panose="020B0503020204020204" charset="-122"/>
                          <a:ea typeface="微软雅黑" panose="020B0503020204020204" charset="-122"/>
                        </a:rPr>
                        <a:t>15%</a:t>
                      </a:r>
                      <a:endParaRPr lang="zh-CN" altLang="en-US" sz="1600" dirty="0">
                        <a:latin typeface="微软雅黑" panose="020B0503020204020204" charset="-122"/>
                        <a:ea typeface="微软雅黑" panose="020B0503020204020204" charset="-122"/>
                      </a:endParaRPr>
                    </a:p>
                  </a:txBody>
                  <a:tcPr anchor="ctr"/>
                </a:tc>
              </a:tr>
              <a:tr h="466090">
                <a:tc>
                  <a:txBody>
                    <a:bodyPr/>
                    <a:lstStyle/>
                    <a:p>
                      <a:r>
                        <a:rPr lang="zh-CN" altLang="en-US" sz="1600" dirty="0">
                          <a:latin typeface="微软雅黑" panose="020B0503020204020204" charset="-122"/>
                          <a:ea typeface="微软雅黑" panose="020B0503020204020204" charset="-122"/>
                        </a:rPr>
                        <a:t>写</a:t>
                      </a:r>
                      <a:endParaRPr lang="zh-CN" altLang="en-US" sz="1600" dirty="0">
                        <a:latin typeface="微软雅黑" panose="020B0503020204020204" charset="-122"/>
                        <a:ea typeface="微软雅黑" panose="020B0503020204020204" charset="-122"/>
                      </a:endParaRPr>
                    </a:p>
                  </a:txBody>
                  <a:tcPr anchor="ctr"/>
                </a:tc>
                <a:tc>
                  <a:txBody>
                    <a:bodyPr/>
                    <a:lstStyle/>
                    <a:p>
                      <a:r>
                        <a:rPr lang="zh-CN" altLang="en-US" sz="1600" dirty="0">
                          <a:latin typeface="微软雅黑" panose="020B0503020204020204" charset="-122"/>
                          <a:ea typeface="微软雅黑" panose="020B0503020204020204" charset="-122"/>
                        </a:rPr>
                        <a:t>顺序</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1M</a:t>
                      </a:r>
                      <a:endParaRPr lang="zh-CN" altLang="en-US" sz="1600" dirty="0">
                        <a:latin typeface="微软雅黑" panose="020B0503020204020204" charset="-122"/>
                        <a:ea typeface="微软雅黑" panose="020B0503020204020204" charset="-122"/>
                      </a:endParaRPr>
                    </a:p>
                  </a:txBody>
                  <a:tcPr anchor="ctr"/>
                </a:tc>
                <a:tc>
                  <a:txBody>
                    <a:bodyPr/>
                    <a:lstStyle/>
                    <a:p>
                      <a:r>
                        <a:rPr lang="en-US" altLang="zh-CN" sz="1600" dirty="0">
                          <a:latin typeface="微软雅黑" panose="020B0503020204020204" charset="-122"/>
                          <a:ea typeface="微软雅黑" panose="020B0503020204020204" charset="-122"/>
                        </a:rPr>
                        <a:t>30%</a:t>
                      </a:r>
                      <a:endParaRPr lang="zh-CN" altLang="en-US" sz="1600" dirty="0">
                        <a:latin typeface="微软雅黑" panose="020B0503020204020204" charset="-122"/>
                        <a:ea typeface="微软雅黑" panose="020B0503020204020204" charset="-122"/>
                      </a:endParaRPr>
                    </a:p>
                  </a:txBody>
                  <a:tcPr anchor="ctr"/>
                </a:tc>
              </a:tr>
              <a:tr h="466090">
                <a:tc>
                  <a:txBody>
                    <a:bodyPr/>
                    <a:p>
                      <a:r>
                        <a:rPr lang="zh-CN" altLang="en-US" sz="1600" dirty="0">
                          <a:latin typeface="微软雅黑" panose="020B0503020204020204" charset="-122"/>
                          <a:ea typeface="微软雅黑" panose="020B0503020204020204" charset="-122"/>
                        </a:rPr>
                        <a:t>写</a:t>
                      </a:r>
                      <a:endParaRPr lang="zh-CN" altLang="en-US" sz="1600" dirty="0">
                        <a:latin typeface="微软雅黑" panose="020B0503020204020204" charset="-122"/>
                        <a:ea typeface="微软雅黑" panose="020B0503020204020204" charset="-122"/>
                      </a:endParaRPr>
                    </a:p>
                  </a:txBody>
                  <a:tcPr anchor="ctr"/>
                </a:tc>
                <a:tc>
                  <a:txBody>
                    <a:bodyPr/>
                    <a:p>
                      <a:r>
                        <a:rPr lang="zh-CN" altLang="en-US" sz="1600" dirty="0">
                          <a:latin typeface="微软雅黑" panose="020B0503020204020204" charset="-122"/>
                          <a:ea typeface="微软雅黑" panose="020B0503020204020204" charset="-122"/>
                        </a:rPr>
                        <a:t>顺序</a:t>
                      </a:r>
                      <a:endParaRPr lang="zh-CN" altLang="en-US" sz="1600" dirty="0">
                        <a:latin typeface="微软雅黑" panose="020B0503020204020204" charset="-122"/>
                        <a:ea typeface="微软雅黑" panose="020B0503020204020204" charset="-122"/>
                      </a:endParaRPr>
                    </a:p>
                  </a:txBody>
                  <a:tcPr anchor="ctr"/>
                </a:tc>
                <a:tc>
                  <a:txBody>
                    <a:bodyPr/>
                    <a:p>
                      <a:r>
                        <a:rPr lang="en-US" altLang="zh-CN" sz="1600" dirty="0">
                          <a:latin typeface="微软雅黑" panose="020B0503020204020204" charset="-122"/>
                          <a:ea typeface="微软雅黑" panose="020B0503020204020204" charset="-122"/>
                        </a:rPr>
                        <a:t>4M</a:t>
                      </a:r>
                      <a:endParaRPr lang="zh-CN" altLang="en-US" sz="1600" dirty="0">
                        <a:latin typeface="微软雅黑" panose="020B0503020204020204" charset="-122"/>
                        <a:ea typeface="微软雅黑" panose="020B0503020204020204" charset="-122"/>
                      </a:endParaRPr>
                    </a:p>
                  </a:txBody>
                  <a:tcPr anchor="ctr"/>
                </a:tc>
                <a:tc>
                  <a:txBody>
                    <a:bodyPr/>
                    <a:p>
                      <a:r>
                        <a:rPr lang="en-US" altLang="zh-CN" sz="1600" dirty="0">
                          <a:latin typeface="微软雅黑" panose="020B0503020204020204" charset="-122"/>
                          <a:ea typeface="微软雅黑" panose="020B0503020204020204" charset="-122"/>
                        </a:rPr>
                        <a:t>35%</a:t>
                      </a:r>
                      <a:endParaRPr lang="zh-CN" altLang="en-US" sz="1600" dirty="0">
                        <a:latin typeface="微软雅黑" panose="020B0503020204020204" charset="-122"/>
                        <a:ea typeface="微软雅黑" panose="020B0503020204020204" charset="-122"/>
                      </a:endParaRPr>
                    </a:p>
                  </a:txBody>
                  <a:tcPr anchor="ctr"/>
                </a:tc>
              </a:tr>
            </a:tbl>
          </a:graphicData>
        </a:graphic>
      </p:graphicFrame>
      <p:sp>
        <p:nvSpPr>
          <p:cNvPr id="8" name="文本框 7"/>
          <p:cNvSpPr txBox="1"/>
          <p:nvPr/>
        </p:nvSpPr>
        <p:spPr>
          <a:xfrm>
            <a:off x="382905" y="3224367"/>
            <a:ext cx="5284492" cy="275590"/>
          </a:xfrm>
          <a:prstGeom prst="rect">
            <a:avLst/>
          </a:prstGeom>
          <a:noFill/>
        </p:spPr>
        <p:txBody>
          <a:bodyPr wrap="square">
            <a:spAutoFit/>
          </a:bodyPr>
          <a:lstStyle/>
          <a:p>
            <a:r>
              <a:rPr lang="zh-CN" altLang="en-US" sz="1200" b="0" i="0" u="none" strike="noStrike" baseline="0" dirty="0">
                <a:solidFill>
                  <a:srgbClr val="000000"/>
                </a:solidFill>
                <a:latin typeface="微软雅黑" panose="020B0503020204020204" charset="-122"/>
                <a:ea typeface="微软雅黑" panose="020B0503020204020204" charset="-122"/>
              </a:rPr>
              <a:t>通过对这些操作的</a:t>
            </a:r>
            <a:r>
              <a:rPr lang="en-US" altLang="zh-CN" sz="1200" b="0" i="0" u="none" strike="noStrike" baseline="0" dirty="0">
                <a:solidFill>
                  <a:srgbClr val="000000"/>
                </a:solidFill>
                <a:latin typeface="微软雅黑" panose="020B0503020204020204" charset="-122"/>
                <a:ea typeface="微软雅黑" panose="020B0503020204020204" charset="-122"/>
              </a:rPr>
              <a:t>IO</a:t>
            </a:r>
            <a:r>
              <a:rPr lang="zh-CN" altLang="en-US" sz="1200" b="0" i="0" u="none" strike="noStrike" baseline="0" dirty="0">
                <a:solidFill>
                  <a:srgbClr val="000000"/>
                </a:solidFill>
                <a:latin typeface="微软雅黑" panose="020B0503020204020204" charset="-122"/>
                <a:ea typeface="微软雅黑" panose="020B0503020204020204" charset="-122"/>
              </a:rPr>
              <a:t>行为分析，这些操作可以用如下</a:t>
            </a:r>
            <a:r>
              <a:rPr lang="en-US" altLang="zh-CN" sz="1200" b="0" i="0" u="none" strike="noStrike" baseline="0" dirty="0">
                <a:solidFill>
                  <a:srgbClr val="000000"/>
                </a:solidFill>
                <a:latin typeface="微软雅黑" panose="020B0503020204020204" charset="-122"/>
                <a:ea typeface="微软雅黑" panose="020B0503020204020204" charset="-122"/>
              </a:rPr>
              <a:t>IO</a:t>
            </a:r>
            <a:r>
              <a:rPr lang="zh-CN" altLang="en-US" sz="1200" b="0" i="0" u="none" strike="noStrike" baseline="0" dirty="0">
                <a:solidFill>
                  <a:srgbClr val="000000"/>
                </a:solidFill>
                <a:latin typeface="微软雅黑" panose="020B0503020204020204" charset="-122"/>
                <a:ea typeface="微软雅黑" panose="020B0503020204020204" charset="-122"/>
              </a:rPr>
              <a:t>行为来模拟</a:t>
            </a:r>
            <a:endParaRPr lang="zh-CN" altLang="en-US" sz="1200" dirty="0"/>
          </a:p>
        </p:txBody>
      </p:sp>
      <p:graphicFrame>
        <p:nvGraphicFramePr>
          <p:cNvPr id="11" name="表格 10"/>
          <p:cNvGraphicFramePr>
            <a:graphicFrameLocks noGrp="1"/>
          </p:cNvGraphicFramePr>
          <p:nvPr/>
        </p:nvGraphicFramePr>
        <p:xfrm>
          <a:off x="6526346" y="3594826"/>
          <a:ext cx="4819208" cy="2794566"/>
        </p:xfrm>
        <a:graphic>
          <a:graphicData uri="http://schemas.openxmlformats.org/drawingml/2006/table">
            <a:tbl>
              <a:tblPr firstRow="1" bandRow="1">
                <a:tableStyleId>{5C22544A-7EE6-4342-B048-85BDC9FD1C3A}</a:tableStyleId>
              </a:tblPr>
              <a:tblGrid>
                <a:gridCol w="2409604"/>
                <a:gridCol w="2409604"/>
              </a:tblGrid>
              <a:tr h="447606">
                <a:tc>
                  <a:txBody>
                    <a:bodyPr/>
                    <a:lstStyle/>
                    <a:p>
                      <a:pPr algn="ctr"/>
                      <a:r>
                        <a:rPr lang="zh-CN" altLang="en-US" sz="1600" dirty="0">
                          <a:latin typeface="微软雅黑" panose="020B0503020204020204" charset="-122"/>
                          <a:ea typeface="微软雅黑" panose="020B0503020204020204" charset="-122"/>
                        </a:rPr>
                        <a:t>文件大小</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zh-CN" altLang="en-US" sz="1600" dirty="0">
                          <a:latin typeface="微软雅黑" panose="020B0503020204020204" charset="-122"/>
                          <a:ea typeface="微软雅黑" panose="020B0503020204020204" charset="-122"/>
                        </a:rPr>
                        <a:t>文件数量占比</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256 KB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5</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1 MB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5</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8 MB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10</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64 MB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10</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128 MB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25</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256 MB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sym typeface="+mn-ea"/>
                        </a:rPr>
                        <a:t>30%</a:t>
                      </a:r>
                      <a:endParaRPr lang="zh-CN" altLang="en-US" sz="1600" dirty="0">
                        <a:latin typeface="微软雅黑" panose="020B0503020204020204" charset="-122"/>
                        <a:ea typeface="微软雅黑" panose="020B0503020204020204" charset="-122"/>
                      </a:endParaRPr>
                    </a:p>
                  </a:txBody>
                  <a:tcPr anchor="ctr"/>
                </a:tc>
              </a:tr>
              <a:tr h="319233">
                <a:tc>
                  <a:txBody>
                    <a:bodyPr/>
                    <a:lstStyle/>
                    <a:p>
                      <a:pPr algn="ctr"/>
                      <a:r>
                        <a:rPr lang="en-US" altLang="zh-CN" sz="1600" dirty="0">
                          <a:latin typeface="微软雅黑" panose="020B0503020204020204" charset="-122"/>
                          <a:ea typeface="微软雅黑" panose="020B0503020204020204" charset="-122"/>
                        </a:rPr>
                        <a:t>1 GB</a:t>
                      </a:r>
                      <a:endParaRPr lang="zh-CN" altLang="en-US" sz="1600" dirty="0">
                        <a:latin typeface="微软雅黑" panose="020B0503020204020204" charset="-122"/>
                        <a:ea typeface="微软雅黑" panose="020B0503020204020204" charset="-122"/>
                      </a:endParaRPr>
                    </a:p>
                  </a:txBody>
                  <a:tcPr anchor="ctr"/>
                </a:tc>
                <a:tc>
                  <a:txBody>
                    <a:bodyPr/>
                    <a:lstStyle/>
                    <a:p>
                      <a:pPr algn="ctr"/>
                      <a:r>
                        <a:rPr lang="en-US" altLang="zh-CN" sz="1600" dirty="0">
                          <a:latin typeface="微软雅黑" panose="020B0503020204020204" charset="-122"/>
                          <a:ea typeface="微软雅黑" panose="020B0503020204020204" charset="-122"/>
                        </a:rPr>
                        <a:t>15</a:t>
                      </a:r>
                      <a:r>
                        <a:rPr lang="en-US" altLang="zh-CN"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endParaRPr>
                    </a:p>
                  </a:txBody>
                  <a:tcPr anchor="ctr"/>
                </a:tc>
              </a:tr>
            </a:tbl>
          </a:graphicData>
        </a:graphic>
      </p:graphicFrame>
      <p:graphicFrame>
        <p:nvGraphicFramePr>
          <p:cNvPr id="3" name="表格 2"/>
          <p:cNvGraphicFramePr>
            <a:graphicFrameLocks noGrp="1"/>
          </p:cNvGraphicFramePr>
          <p:nvPr/>
        </p:nvGraphicFramePr>
        <p:xfrm>
          <a:off x="8058577" y="575002"/>
          <a:ext cx="4359275" cy="1427988"/>
        </p:xfrm>
        <a:graphic>
          <a:graphicData uri="http://schemas.openxmlformats.org/drawingml/2006/table">
            <a:tbl>
              <a:tblPr firstRow="1" bandRow="1">
                <a:tableStyleId>{5C22544A-7EE6-4342-B048-85BDC9FD1C3A}</a:tableStyleId>
              </a:tblPr>
              <a:tblGrid>
                <a:gridCol w="4359275"/>
              </a:tblGrid>
              <a:tr h="247593">
                <a:tc>
                  <a:txBody>
                    <a:bodyPr/>
                    <a:lstStyle/>
                    <a:p>
                      <a:pPr indent="0" fontAlgn="auto">
                        <a:lnSpc>
                          <a:spcPct val="150000"/>
                        </a:lnSpc>
                        <a:buNone/>
                      </a:pPr>
                      <a:r>
                        <a:rPr lang="zh-CN" altLang="en-US" sz="1600" b="1" dirty="0">
                          <a:solidFill>
                            <a:schemeClr val="tx1"/>
                          </a:solidFill>
                          <a:latin typeface="微软雅黑" panose="020B0503020204020204" charset="-122"/>
                          <a:ea typeface="微软雅黑" panose="020B0503020204020204" charset="-122"/>
                        </a:rPr>
                        <a:t>负载特征</a:t>
                      </a:r>
                      <a:endParaRPr lang="zh-CN" altLang="en-US" sz="1600" b="1" dirty="0">
                        <a:solidFill>
                          <a:schemeClr val="tx1"/>
                        </a:solidFill>
                        <a:latin typeface="微软雅黑" panose="020B0503020204020204" charset="-122"/>
                        <a:ea typeface="微软雅黑" panose="020B0503020204020204" charset="-122"/>
                      </a:endParaRPr>
                    </a:p>
                  </a:txBody>
                  <a:tcPr/>
                </a:tc>
              </a:tr>
              <a:tr h="845828">
                <a:tc>
                  <a:txBody>
                    <a:bodyPr/>
                    <a:lstStyle/>
                    <a:p>
                      <a:pPr indent="0" fontAlgn="auto">
                        <a:lnSpc>
                          <a:spcPct val="150000"/>
                        </a:lnSpc>
                        <a:buNone/>
                      </a:pPr>
                      <a:r>
                        <a:rPr lang="en-US" altLang="zh-CN" sz="1400" dirty="0">
                          <a:latin typeface="微软雅黑" panose="020B0503020204020204" charset="-122"/>
                          <a:ea typeface="微软雅黑" panose="020B0503020204020204" charset="-122"/>
                        </a:rPr>
                        <a:t>1 </a:t>
                      </a:r>
                      <a:r>
                        <a:rPr lang="zh-CN" altLang="en-US" sz="1400" dirty="0">
                          <a:latin typeface="微软雅黑" panose="020B0503020204020204" charset="-122"/>
                          <a:ea typeface="微软雅黑" panose="020B0503020204020204" charset="-122"/>
                        </a:rPr>
                        <a:t>写入路径中需要随机小</a:t>
                      </a:r>
                      <a:r>
                        <a:rPr lang="en-US" altLang="zh-CN" sz="1400" dirty="0">
                          <a:latin typeface="微软雅黑" panose="020B0503020204020204" charset="-122"/>
                          <a:ea typeface="微软雅黑" panose="020B0503020204020204" charset="-122"/>
                        </a:rPr>
                        <a:t>IO</a:t>
                      </a:r>
                      <a:r>
                        <a:rPr lang="zh-CN" altLang="en-US" sz="1400" dirty="0">
                          <a:latin typeface="微软雅黑" panose="020B0503020204020204" charset="-122"/>
                          <a:ea typeface="微软雅黑" panose="020B0503020204020204" charset="-122"/>
                        </a:rPr>
                        <a:t>：</a:t>
                      </a:r>
                      <a:endParaRPr lang="zh-CN" altLang="en-US" sz="1400" dirty="0">
                        <a:latin typeface="微软雅黑" panose="020B0503020204020204" charset="-122"/>
                        <a:ea typeface="微软雅黑" panose="020B0503020204020204" charset="-122"/>
                      </a:endParaRPr>
                    </a:p>
                    <a:p>
                      <a:pPr indent="0" fontAlgn="auto">
                        <a:lnSpc>
                          <a:spcPct val="150000"/>
                        </a:lnSpc>
                        <a:buNone/>
                      </a:pPr>
                      <a:r>
                        <a:rPr lang="en-US" altLang="zh-CN" sz="1400" dirty="0">
                          <a:latin typeface="微软雅黑" panose="020B0503020204020204" charset="-122"/>
                          <a:ea typeface="微软雅黑" panose="020B0503020204020204" charset="-122"/>
                        </a:rPr>
                        <a:t>2 </a:t>
                      </a:r>
                      <a:r>
                        <a:rPr lang="zh-CN" altLang="en-US" sz="1400" dirty="0">
                          <a:latin typeface="微软雅黑" panose="020B0503020204020204" charset="-122"/>
                          <a:ea typeface="微软雅黑" panose="020B0503020204020204" charset="-122"/>
                        </a:rPr>
                        <a:t>写入路径中随机</a:t>
                      </a:r>
                      <a:r>
                        <a:rPr lang="en-US" altLang="zh-CN" sz="1400" dirty="0">
                          <a:latin typeface="微软雅黑" panose="020B0503020204020204" charset="-122"/>
                          <a:ea typeface="微软雅黑" panose="020B0503020204020204" charset="-122"/>
                        </a:rPr>
                        <a:t> IOPS </a:t>
                      </a:r>
                      <a:r>
                        <a:rPr lang="zh-CN" altLang="en-US" sz="1400" dirty="0">
                          <a:latin typeface="微软雅黑" panose="020B0503020204020204" charset="-122"/>
                          <a:ea typeface="微软雅黑" panose="020B0503020204020204" charset="-122"/>
                        </a:rPr>
                        <a:t>要求较高</a:t>
                      </a:r>
                      <a:endParaRPr lang="zh-CN" altLang="en-US" sz="1400" dirty="0">
                        <a:latin typeface="微软雅黑" panose="020B0503020204020204" charset="-122"/>
                        <a:ea typeface="微软雅黑" panose="020B0503020204020204" charset="-122"/>
                      </a:endParaRPr>
                    </a:p>
                    <a:p>
                      <a:pPr indent="0" fontAlgn="auto">
                        <a:lnSpc>
                          <a:spcPct val="150000"/>
                        </a:lnSpc>
                        <a:buNone/>
                      </a:pPr>
                      <a:r>
                        <a:rPr lang="en-US" altLang="zh-CN" sz="1400" dirty="0">
                          <a:latin typeface="微软雅黑" panose="020B0503020204020204" charset="-122"/>
                          <a:ea typeface="微软雅黑" panose="020B0503020204020204" charset="-122"/>
                        </a:rPr>
                        <a:t>3 </a:t>
                      </a:r>
                      <a:r>
                        <a:rPr lang="zh-CN" altLang="en-US" sz="1400" dirty="0">
                          <a:latin typeface="微软雅黑" panose="020B0503020204020204" charset="-122"/>
                          <a:ea typeface="微软雅黑" panose="020B0503020204020204" charset="-122"/>
                        </a:rPr>
                        <a:t>读取路径中的高吞吐量要求</a:t>
                      </a:r>
                      <a:endParaRPr lang="zh-CN" altLang="en-US" sz="1400" dirty="0">
                        <a:latin typeface="微软雅黑" panose="020B0503020204020204" charset="-122"/>
                        <a:ea typeface="微软雅黑" panose="020B0503020204020204" charset="-122"/>
                      </a:endParaRPr>
                    </a:p>
                  </a:txBody>
                  <a:tcPr/>
                </a:tc>
              </a:tr>
            </a:tbl>
          </a:graphicData>
        </a:graphic>
      </p:graphicFrame>
    </p:spTree>
  </p:cSld>
  <p:clrMapOvr>
    <a:masterClrMapping/>
  </p:clrMapOvr>
  <p:transition spd="med">
    <p:fade/>
  </p:transition>
</p:sld>
</file>

<file path=ppt/tags/tag1.xml><?xml version="1.0" encoding="utf-8"?>
<p:tagLst xmlns:p="http://schemas.openxmlformats.org/presentationml/2006/main">
  <p:tag name="TABLE_ENDDRAG_ORIGIN_RECT" val="829*184"/>
  <p:tag name="TABLE_ENDDRAG_RECT" val="33*322*829*184"/>
</p:tagLst>
</file>

<file path=ppt/tags/tag2.xml><?xml version="1.0" encoding="utf-8"?>
<p:tagLst xmlns:p="http://schemas.openxmlformats.org/presentationml/2006/main">
  <p:tag name="TABLE_ENDDRAG_ORIGIN_RECT" val="444*220"/>
  <p:tag name="TABLE_ENDDRAG_RECT" val="30*271*444*220"/>
</p:tagLst>
</file>

<file path=ppt/tags/tag3.xml><?xml version="1.0" encoding="utf-8"?>
<p:tagLst xmlns:p="http://schemas.openxmlformats.org/presentationml/2006/main">
  <p:tag name="TABLE_ENDDRAG_ORIGIN_RECT" val="458*229"/>
  <p:tag name="TABLE_ENDDRAG_RECT" val="30*282*458*22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MyriadRegular"/>
        <a:ea typeface="文鼎CS中等线"/>
        <a:cs typeface=""/>
      </a:majorFont>
      <a:minorFont>
        <a:latin typeface="MyriadRegular"/>
        <a:ea typeface="文鼎CS中等线"/>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MyriadRegular"/>
        <a:ea typeface="文鼎CS中等线"/>
        <a:cs typeface=""/>
      </a:majorFont>
      <a:minorFont>
        <a:latin typeface="MyriadRegular"/>
        <a:ea typeface="文鼎CS中等线"/>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MyriadRegular"/>
        <a:ea typeface="文鼎CS中等线"/>
        <a:cs typeface=""/>
      </a:majorFont>
      <a:minorFont>
        <a:latin typeface="MyriadRegular"/>
        <a:ea typeface="文鼎CS中等线"/>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MyriadRegular"/>
        <a:ea typeface="文鼎CS中等线"/>
        <a:cs typeface=""/>
      </a:majorFont>
      <a:minorFont>
        <a:latin typeface="MyriadRegular"/>
        <a:ea typeface="文鼎CS中等线"/>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MyriadRegular"/>
        <a:ea typeface="文鼎CS中等线"/>
        <a:cs typeface=""/>
      </a:majorFont>
      <a:minorFont>
        <a:latin typeface="MyriadRegular"/>
        <a:ea typeface="文鼎CS中等线"/>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5051</Words>
  <Application>WPS 演示</Application>
  <PresentationFormat>宽屏</PresentationFormat>
  <Paragraphs>354</Paragraphs>
  <Slides>8</Slides>
  <Notes>7</Notes>
  <HiddenSlides>0</HiddenSlides>
  <MMClips>0</MMClips>
  <ScaleCrop>false</ScaleCrop>
  <HeadingPairs>
    <vt:vector size="6" baseType="variant">
      <vt:variant>
        <vt:lpstr>已用的字体</vt:lpstr>
      </vt:variant>
      <vt:variant>
        <vt:i4>14</vt:i4>
      </vt:variant>
      <vt:variant>
        <vt:lpstr>主题</vt:lpstr>
      </vt:variant>
      <vt:variant>
        <vt:i4>7</vt:i4>
      </vt:variant>
      <vt:variant>
        <vt:lpstr>幻灯片标题</vt:lpstr>
      </vt:variant>
      <vt:variant>
        <vt:i4>8</vt:i4>
      </vt:variant>
    </vt:vector>
  </HeadingPairs>
  <TitlesOfParts>
    <vt:vector size="29" baseType="lpstr">
      <vt:lpstr>Arial</vt:lpstr>
      <vt:lpstr>宋体</vt:lpstr>
      <vt:lpstr>Wingdings</vt:lpstr>
      <vt:lpstr>Foundry Gridnik Medium</vt:lpstr>
      <vt:lpstr>微软雅黑</vt:lpstr>
      <vt:lpstr>MyriadRegular</vt:lpstr>
      <vt:lpstr>Segoe Print</vt:lpstr>
      <vt:lpstr>文鼎CS中等线</vt:lpstr>
      <vt:lpstr>Times New Roman</vt:lpstr>
      <vt:lpstr>Wingdings</vt:lpstr>
      <vt:lpstr>Calibri</vt:lpstr>
      <vt:lpstr>Arial Unicode MS</vt:lpstr>
      <vt:lpstr>Calibri Light</vt:lpstr>
      <vt:lpstr>Calibri</vt:lpstr>
      <vt:lpstr>WPS</vt:lpstr>
      <vt:lpstr>Office 主题</vt:lpstr>
      <vt:lpstr>53_默认设计模板</vt:lpstr>
      <vt:lpstr>1_默认设计模板</vt:lpstr>
      <vt:lpstr>2_默认设计模板</vt:lpstr>
      <vt:lpstr>3_默认设计模板</vt:lpstr>
      <vt:lpstr>4_默认设计模板</vt:lpstr>
      <vt:lpstr>计划与研讨发现的问题-0422</vt:lpstr>
      <vt:lpstr>Transformer 大语言模型</vt:lpstr>
      <vt:lpstr>推理作业流程</vt:lpstr>
      <vt:lpstr>推理数据特征</vt:lpstr>
      <vt:lpstr>推理数据特征-token向量计算</vt:lpstr>
      <vt:lpstr>推理kvcache数据读写IO模型</vt:lpstr>
      <vt:lpstr>推理KVcache负载测试脚本</vt:lpstr>
      <vt:lpstr>推理kvcache数据读写IO模型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 大语言模型</dc:title>
  <dc:creator>Bruce Mu(穆向东)</dc:creator>
  <cp:lastModifiedBy>mxd</cp:lastModifiedBy>
  <cp:revision>172</cp:revision>
  <dcterms:created xsi:type="dcterms:W3CDTF">2023-08-09T12:44:00Z</dcterms:created>
  <dcterms:modified xsi:type="dcterms:W3CDTF">2025-05-12T03:55:47Z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2052-12.1.0.20784</vt:lpwstr>
  </property>
</Properties>
</file>